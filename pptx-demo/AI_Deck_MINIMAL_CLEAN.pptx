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651760"/>
            <a:ext cx="8138160" cy="0"/>
          </a:xfrm>
          <a:prstGeom prst="line">
            <a:avLst/>
          </a:prstGeom>
          <a:noFill/>
          <a:ln w="9525">
            <a:solidFill>
              <a:srgbClr val="2D31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/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81635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reshaping industries, economies,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human potential — a 2026 outlook.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06640" y="2816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aifuture.io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823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905256"/>
            <a:ext cx="8321040" cy="6949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adoption, investment scale, and the inflection point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7465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746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Trends —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02082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multimodal models, edge inference, safety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478024"/>
            <a:ext cx="8321040" cy="6949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32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532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8072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Finance · Education · Manufacturing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3192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593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4-stage roadmap toward human-AI symbiosis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050792"/>
            <a:ext cx="8321040" cy="6949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056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37997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engage, partner, and build together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defining technology of our era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frame the scale of the opportunity — and the urgency to act.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5176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74520"/>
            <a:ext cx="265176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848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-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$1.8T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global AI market by 2030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224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IDC, 2025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383280" y="1874520"/>
            <a:ext cx="265176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874520"/>
            <a:ext cx="265176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0848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-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352044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actively deploying AI now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4224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2025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65176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874520"/>
            <a:ext cx="265176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0848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-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640080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augmented or transformed by 2028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4224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WEF, 2025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41248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TRENDS —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reshaping the AI ecosystem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53312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53312"/>
            <a:ext cx="36576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490472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4904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76072" y="17556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21031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that plan, reason, and execute complex multi-step tasks independently — from coding to research to ops.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353312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53312"/>
            <a:ext cx="36576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490472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4904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919472" y="17556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 — unified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9472" y="21031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seamlessly process text, images, audio, video, and code in one unified context window.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17520"/>
            <a:ext cx="36576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3154680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1546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76072" y="341985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moves on-device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" y="376732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models running locally on phones and laptops — private, fast, offline-capable.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017520"/>
            <a:ext cx="36576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3154680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1546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919472" y="341985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&amp; alignment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9472" y="376732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Act, NIST framework, red-teaming, and constitutional AI become enterprise table stakes.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sectors leading the transformation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709928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09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faster drug discovery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0" cy="68580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435608"/>
            <a:ext cx="5029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38074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radiology: 94% diagnostic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1764792"/>
            <a:ext cx="5029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7099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treatment at population scale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8138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95728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2311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2615184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$15B fraud prevented annually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20440" y="2276856"/>
            <a:ext cx="0" cy="68580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2340864"/>
            <a:ext cx="50292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2860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scoring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2670048"/>
            <a:ext cx="50292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26151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portfolio management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099816"/>
            <a:ext cx="8138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300984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3520440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improvement in outcomes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20440" y="3182112"/>
            <a:ext cx="0" cy="68580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3320" y="3246120"/>
            <a:ext cx="50292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319125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pathways per student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03320" y="3575304"/>
            <a:ext cx="50292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35204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instant feedback loops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005072"/>
            <a:ext cx="8138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20624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041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" y="4425696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425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reduction in downtime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520440" y="4087368"/>
            <a:ext cx="0" cy="68580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03320" y="4151376"/>
            <a:ext cx="50292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409651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&gt;99% defect detection on assembly lines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03320" y="4480560"/>
            <a:ext cx="50292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86200" y="442569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supply chain optimisation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roadmap to human-AI collaboration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78608"/>
            <a:ext cx="763524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40864"/>
            <a:ext cx="47548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40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14984" y="2048256"/>
            <a:ext cx="0" cy="292608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944368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44368"/>
            <a:ext cx="187452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035808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era begins. GPT-4, Claude 3, Gemini launch at scale.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80360" y="2340864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2340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18104" y="2048256"/>
            <a:ext cx="0" cy="292608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944368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06040" y="2944368"/>
            <a:ext cx="187452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035808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enters enterprise workflows across Fortune 500.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2340864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340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21224" y="2048256"/>
            <a:ext cx="0" cy="292608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944368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44368"/>
            <a:ext cx="18745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035808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embedded natively into every product, tool, and process.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86600" y="2340864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2340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24344" y="2048256"/>
            <a:ext cx="0" cy="292608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2944368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2944368"/>
            <a:ext cx="187452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3035808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 teams consistently outperform either alone.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1248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44368"/>
            <a:ext cx="8138160" cy="0"/>
          </a:xfrm>
          <a:prstGeom prst="line">
            <a:avLst/>
          </a:prstGeom>
          <a:noFill/>
          <a:ln w="9525">
            <a:solidFill>
              <a:srgbClr val="2D31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AI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today.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24505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organisations that invest now will define the competitive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for the next decade. Every week matters.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strategy session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4381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hello@aifuture.io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report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4381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aifuture.io/report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364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our research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34381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@aifuture on X / LinkedIn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aifuture.io  ·  Confidential &amp; Proprietary  · 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AI — 2026</dc:title>
  <dc:subject>PptxGenJS Presentation</dc:subject>
  <dc:creator>AI Strategy Team</dc:creator>
  <cp:lastModifiedBy>AI Strategy Team</cp:lastModifiedBy>
  <cp:revision>1</cp:revision>
  <dcterms:created xsi:type="dcterms:W3CDTF">2026-05-24T03:00:40Z</dcterms:created>
  <dcterms:modified xsi:type="dcterms:W3CDTF">2026-05-24T03:00:40Z</dcterms:modified>
</cp:coreProperties>
</file>