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96167">
              <a:alpha val="18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F9E795">
              <a:alpha val="12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04288"/>
            <a:ext cx="256032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 · 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With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playbook for enterprise AI transformation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75488" cy="475488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Now?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urgency behind enterprise AI adoption in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475488" cy="475488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67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41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principles, and roadmap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475488" cy="475488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8254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998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deploying AI first and why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9584"/>
            <a:ext cx="475488" cy="475488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4838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Metrics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7581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 and value creation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412480" cy="0"/>
          </a:xfrm>
          <a:prstGeom prst="line">
            <a:avLst/>
          </a:prstGeom>
          <a:noFill/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87952"/>
            <a:ext cx="475488" cy="475488"/>
          </a:xfrm>
          <a:prstGeom prst="ellipse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4142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4165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partners, and timeline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now — and it's massive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27432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1A2454"/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productivity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from Gen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1A2454"/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cycles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1A2454"/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2057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CEOs say AI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top-3 priority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AC8"/>
                </a:solidFill>
              </a:rPr>
              <a:t>Sources: Goldman Sachs, McKinsey (2025), Gartner AI Survey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reshaping the AI ecosystem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27432" cy="320040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plan, reason, and act autonomously across complex multi-step tasks without constant human oversight.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models that seamlessly understand text, images, audio, video, and structured data in a unified context.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1335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7556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running privately on phones, laptops, and IoT hardware — no cloud dependency required.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28895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Alignment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31012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guardrails, red-teaming, constitutional AI, and regulatory frameworks (EU AI Act, NIST).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being transformed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A2454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1965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 via imaging AI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10× faster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treatment plans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A2454"/>
          </a:solidFill>
          <a:ln w="15240">
            <a:solidFill>
              <a:srgbClr val="F9E7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35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1965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trading &amp; risk models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Hyper-personalised banking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A2454"/>
          </a:solidFill>
          <a:ln w="1524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at scale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 available 24/7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grading &amp; feedback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999232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1A2454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Manufacturing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4930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&gt;99% accuracy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supply chains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transformation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F96167">
              <a:alpha val="7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76272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 internal AI pilots across core business units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</a:rPr>
              <a:t>PILOT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2176272"/>
            <a:ext cx="0" cy="-548640"/>
          </a:xfrm>
          <a:prstGeom prst="line">
            <a:avLst/>
          </a:prstGeom>
          <a:noFill/>
          <a:ln w="12700">
            <a:solidFill>
              <a:srgbClr val="F96167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3063240" y="2176272"/>
            <a:ext cx="320040" cy="3200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winning pilots company-wide with change management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1460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9E795"/>
                </a:solidFill>
              </a:rPr>
              <a:t>SCALE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2176272"/>
            <a:ext cx="0" cy="-502920"/>
          </a:xfrm>
          <a:prstGeom prst="line">
            <a:avLst/>
          </a:prstGeom>
          <a:noFill/>
          <a:ln w="12700">
            <a:solidFill>
              <a:srgbClr val="F9E795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5120640" y="2176272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models with proprietary data and workflows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OPTIMISE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57800" y="2176272"/>
            <a:ext cx="0" cy="-548640"/>
          </a:xfrm>
          <a:prstGeom prst="line">
            <a:avLst/>
          </a:prstGeom>
          <a:noFill/>
          <a:ln w="12700">
            <a:solidFill>
              <a:srgbClr val="2EC4B6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7178040" y="2176272"/>
            <a:ext cx="320040" cy="3200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578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2907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32461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AI-powered products and services to market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2940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LEAD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0" y="2176272"/>
            <a:ext cx="0" cy="-502920"/>
          </a:xfrm>
          <a:prstGeom prst="line">
            <a:avLst/>
          </a:prstGeom>
          <a:noFill/>
          <a:ln w="12700">
            <a:solidFill>
              <a:srgbClr val="A78BFA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1097280"/>
            <a:ext cx="5029200" cy="5029200"/>
          </a:xfrm>
          <a:prstGeom prst="ellipse">
            <a:avLst/>
          </a:prstGeom>
          <a:solidFill>
            <a:srgbClr val="F96167">
              <a:alpha val="1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F9E795">
              <a:alpha val="8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IT HAPPEN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AI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today.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without action is market share you can't recover.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 AI advantage — together.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Schedule a Call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3375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A2454"/>
          </a:solidFill>
          <a:ln w="1524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3375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Download Brief 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akash@company.com  ·  company.ai  ·  @companyai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C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Strategy 2026 — Coral Edition</dc:title>
  <dc:subject>PptxGenJS Presentation</dc:subject>
  <dc:creator>Akash Rana</dc:creator>
  <cp:lastModifiedBy>Akash Rana</cp:lastModifiedBy>
  <cp:revision>1</cp:revision>
  <dcterms:created xsi:type="dcterms:W3CDTF">2026-05-24T02:53:43Z</dcterms:created>
  <dcterms:modified xsi:type="dcterms:W3CDTF">2026-05-24T02:53:43Z</dcterms:modified>
</cp:coreProperties>
</file>