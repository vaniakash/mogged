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058400" cy="77723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5715000" cy="7772400"/>
          </a:xfrm>
          <a:custGeom>
            <a:avLst/>
            <a:gdLst/>
            <a:ahLst/>
            <a:cxnLst/>
            <a:rect l="l" t="t" r="r" b="b"/>
            <a:pathLst>
              <a:path w="5715000" h="7772400">
                <a:moveTo>
                  <a:pt x="5715000" y="0"/>
                </a:moveTo>
                <a:lnTo>
                  <a:pt x="0" y="0"/>
                </a:lnTo>
                <a:lnTo>
                  <a:pt x="0" y="7772400"/>
                </a:lnTo>
                <a:lnTo>
                  <a:pt x="5715000" y="7772400"/>
                </a:lnTo>
                <a:lnTo>
                  <a:pt x="5715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32631" y="0"/>
            <a:ext cx="2146300" cy="7772098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918972" y="6542532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825" y="81280"/>
            <a:ext cx="5874550" cy="88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594" y="1821269"/>
            <a:ext cx="7073900" cy="4457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1" i="0">
                <a:solidFill>
                  <a:srgbClr val="2C4F6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mailto:Sabitaofficial224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7447" y="0"/>
            <a:ext cx="5330952" cy="77724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0626" y="81280"/>
            <a:ext cx="4428490" cy="4870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00" spc="-110"/>
              <a:t>MIG</a:t>
            </a:r>
            <a:r>
              <a:rPr dirty="0" sz="3000" spc="-85"/>
              <a:t> </a:t>
            </a:r>
            <a:r>
              <a:rPr dirty="0" sz="3000" spc="140"/>
              <a:t>LA</a:t>
            </a:r>
            <a:r>
              <a:rPr dirty="0" sz="3000" spc="-135"/>
              <a:t> </a:t>
            </a:r>
            <a:r>
              <a:rPr dirty="0" sz="3000" spc="-70"/>
              <a:t>PASS</a:t>
            </a:r>
            <a:r>
              <a:rPr dirty="0" sz="3000" spc="-75"/>
              <a:t> </a:t>
            </a:r>
            <a:r>
              <a:rPr dirty="0" sz="3000" spc="-130"/>
              <a:t>(19400FT)</a:t>
            </a:r>
            <a:endParaRPr sz="3000"/>
          </a:p>
        </p:txBody>
      </p:sp>
      <p:sp>
        <p:nvSpPr>
          <p:cNvPr id="5" name="object 5" descr=""/>
          <p:cNvSpPr txBox="1"/>
          <p:nvPr/>
        </p:nvSpPr>
        <p:spPr>
          <a:xfrm>
            <a:off x="717245" y="1946592"/>
            <a:ext cx="1970405" cy="4648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50" spc="-295" b="1">
                <a:latin typeface="Tahoma"/>
                <a:cs typeface="Tahoma"/>
              </a:rPr>
              <a:t>Presented</a:t>
            </a:r>
            <a:r>
              <a:rPr dirty="0" sz="2850" spc="-190" b="1">
                <a:latin typeface="Tahoma"/>
                <a:cs typeface="Tahoma"/>
              </a:rPr>
              <a:t> </a:t>
            </a:r>
            <a:r>
              <a:rPr dirty="0" sz="2850" spc="-365" b="1">
                <a:latin typeface="Tahoma"/>
                <a:cs typeface="Tahoma"/>
              </a:rPr>
              <a:t>by</a:t>
            </a:r>
            <a:endParaRPr sz="28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-31619" y="3371786"/>
            <a:ext cx="4659630" cy="803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500" spc="-270" b="1">
                <a:latin typeface="Tahoma"/>
                <a:cs typeface="Tahoma"/>
              </a:rPr>
              <a:t>SABITA</a:t>
            </a:r>
            <a:r>
              <a:rPr dirty="0" sz="2500" spc="-180" b="1">
                <a:latin typeface="Tahoma"/>
                <a:cs typeface="Tahoma"/>
              </a:rPr>
              <a:t> </a:t>
            </a:r>
            <a:r>
              <a:rPr dirty="0" sz="2500" spc="-300" b="1">
                <a:latin typeface="Tahoma"/>
                <a:cs typeface="Tahoma"/>
              </a:rPr>
              <a:t>MAHATO</a:t>
            </a:r>
            <a:endParaRPr sz="2500">
              <a:latin typeface="Tahoma"/>
              <a:cs typeface="Tahoma"/>
            </a:endParaRPr>
          </a:p>
          <a:p>
            <a:pPr marL="539750" indent="-5270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539750" algn="l"/>
              </a:tabLst>
            </a:pPr>
            <a:r>
              <a:rPr dirty="0" sz="2500" spc="-254" b="1">
                <a:latin typeface="Tahoma"/>
                <a:cs typeface="Tahoma"/>
              </a:rPr>
              <a:t>PARAM</a:t>
            </a:r>
            <a:r>
              <a:rPr dirty="0" sz="2500" spc="-160" b="1">
                <a:latin typeface="Tahoma"/>
                <a:cs typeface="Tahoma"/>
              </a:rPr>
              <a:t> </a:t>
            </a:r>
            <a:r>
              <a:rPr dirty="0" sz="2500" spc="-200" b="1">
                <a:latin typeface="Tahoma"/>
                <a:cs typeface="Tahoma"/>
              </a:rPr>
              <a:t>AJAY</a:t>
            </a:r>
            <a:r>
              <a:rPr dirty="0" sz="2500" spc="-175" b="1">
                <a:latin typeface="Tahoma"/>
                <a:cs typeface="Tahoma"/>
              </a:rPr>
              <a:t> </a:t>
            </a:r>
            <a:r>
              <a:rPr dirty="0" sz="2500" spc="-330" b="1">
                <a:latin typeface="Tahoma"/>
                <a:cs typeface="Tahoma"/>
              </a:rPr>
              <a:t>VEER</a:t>
            </a:r>
            <a:r>
              <a:rPr dirty="0" sz="2500" spc="-185" b="1">
                <a:latin typeface="Tahoma"/>
                <a:cs typeface="Tahoma"/>
              </a:rPr>
              <a:t> </a:t>
            </a:r>
            <a:r>
              <a:rPr dirty="0" sz="2500" spc="-355" b="1">
                <a:latin typeface="Tahoma"/>
                <a:cs typeface="Tahoma"/>
              </a:rPr>
              <a:t>SINGH</a:t>
            </a:r>
            <a:r>
              <a:rPr dirty="0" sz="2500" spc="-170" b="1">
                <a:latin typeface="Tahoma"/>
                <a:cs typeface="Tahoma"/>
              </a:rPr>
              <a:t> </a:t>
            </a:r>
            <a:r>
              <a:rPr dirty="0" sz="2500" spc="-390" b="1">
                <a:latin typeface="Tahoma"/>
                <a:cs typeface="Tahoma"/>
              </a:rPr>
              <a:t>GILL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60629" y="681926"/>
            <a:ext cx="41338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latin typeface="Tahoma"/>
                <a:cs typeface="Tahoma"/>
              </a:rPr>
              <a:t>WORLD’S</a:t>
            </a:r>
            <a:r>
              <a:rPr dirty="0" sz="1800" spc="-95">
                <a:latin typeface="Tahoma"/>
                <a:cs typeface="Tahoma"/>
              </a:rPr>
              <a:t> </a:t>
            </a:r>
            <a:r>
              <a:rPr dirty="0" sz="1800" spc="-125">
                <a:latin typeface="Tahoma"/>
                <a:cs typeface="Tahoma"/>
              </a:rPr>
              <a:t>HIGHEST</a:t>
            </a:r>
            <a:r>
              <a:rPr dirty="0" sz="1800" spc="-13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&amp;</a:t>
            </a:r>
            <a:r>
              <a:rPr dirty="0" sz="1800" spc="-150">
                <a:latin typeface="Tahoma"/>
                <a:cs typeface="Tahoma"/>
              </a:rPr>
              <a:t> </a:t>
            </a:r>
            <a:r>
              <a:rPr dirty="0" sz="1800" spc="-105">
                <a:latin typeface="Tahoma"/>
                <a:cs typeface="Tahoma"/>
              </a:rPr>
              <a:t>LONGEST</a:t>
            </a:r>
            <a:r>
              <a:rPr dirty="0" sz="1800" spc="-135">
                <a:latin typeface="Tahoma"/>
                <a:cs typeface="Tahoma"/>
              </a:rPr>
              <a:t> </a:t>
            </a:r>
            <a:r>
              <a:rPr dirty="0" sz="1800" spc="-30">
                <a:latin typeface="Tahoma"/>
                <a:cs typeface="Tahoma"/>
              </a:rPr>
              <a:t>MARATHON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-12700" y="103720"/>
            <a:ext cx="6092190" cy="83121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2350" spc="60" b="1">
                <a:solidFill>
                  <a:srgbClr val="2C4F64"/>
                </a:solidFill>
                <a:latin typeface="Tahoma"/>
                <a:cs typeface="Tahoma"/>
              </a:rPr>
              <a:t>RUNNING</a:t>
            </a:r>
            <a:r>
              <a:rPr dirty="0" sz="2350" spc="1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spc="85" b="1">
                <a:solidFill>
                  <a:srgbClr val="2C4F64"/>
                </a:solidFill>
                <a:latin typeface="Tahoma"/>
                <a:cs typeface="Tahoma"/>
              </a:rPr>
              <a:t>TOWARDS</a:t>
            </a:r>
            <a:r>
              <a:rPr dirty="0" sz="2350" spc="-1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2C4F64"/>
                </a:solidFill>
                <a:latin typeface="Tahoma"/>
                <a:cs typeface="Tahoma"/>
              </a:rPr>
              <a:t>HISTORY </a:t>
            </a:r>
            <a:r>
              <a:rPr dirty="0" sz="2350" spc="229" b="1">
                <a:solidFill>
                  <a:srgbClr val="2C4F64"/>
                </a:solidFill>
                <a:latin typeface="Tahoma"/>
                <a:cs typeface="Tahoma"/>
              </a:rPr>
              <a:t>AT</a:t>
            </a:r>
            <a:r>
              <a:rPr dirty="0" sz="2350" spc="10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spc="75" b="1">
                <a:solidFill>
                  <a:srgbClr val="2C4F64"/>
                </a:solidFill>
                <a:latin typeface="Tahoma"/>
                <a:cs typeface="Tahoma"/>
              </a:rPr>
              <a:t>THE</a:t>
            </a:r>
            <a:endParaRPr sz="2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2350" spc="60" b="1">
                <a:solidFill>
                  <a:srgbClr val="2C4F64"/>
                </a:solidFill>
                <a:latin typeface="Tahoma"/>
                <a:cs typeface="Tahoma"/>
              </a:rPr>
              <a:t>WORLD’S</a:t>
            </a:r>
            <a:r>
              <a:rPr dirty="0" sz="2350" spc="2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2C4F64"/>
                </a:solidFill>
                <a:latin typeface="Tahoma"/>
                <a:cs typeface="Tahoma"/>
              </a:rPr>
              <a:t>HIGHEST</a:t>
            </a:r>
            <a:r>
              <a:rPr dirty="0" sz="2350" spc="6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spc="70" b="1">
                <a:solidFill>
                  <a:srgbClr val="2C4F64"/>
                </a:solidFill>
                <a:latin typeface="Tahoma"/>
                <a:cs typeface="Tahoma"/>
              </a:rPr>
              <a:t>MOTORABLE</a:t>
            </a:r>
            <a:r>
              <a:rPr dirty="0" sz="2350" spc="8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spc="60" b="1">
                <a:solidFill>
                  <a:srgbClr val="2C4F64"/>
                </a:solidFill>
                <a:latin typeface="Tahoma"/>
                <a:cs typeface="Tahoma"/>
              </a:rPr>
              <a:t>ROAD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71081" y="1496377"/>
            <a:ext cx="4745355" cy="3155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38225" indent="-170815">
              <a:lnSpc>
                <a:spcPct val="100000"/>
              </a:lnSpc>
              <a:spcBef>
                <a:spcPts val="100"/>
              </a:spcBef>
              <a:buSzPct val="97222"/>
              <a:buFont typeface="Arial MT"/>
              <a:buChar char="•"/>
              <a:tabLst>
                <a:tab pos="1038225" algn="l"/>
              </a:tabLst>
            </a:pPr>
            <a:r>
              <a:rPr dirty="0" sz="3600" spc="-430" b="1">
                <a:latin typeface="Tahoma"/>
                <a:cs typeface="Tahoma"/>
              </a:rPr>
              <a:t>AIM</a:t>
            </a:r>
            <a:r>
              <a:rPr dirty="0" sz="3600" spc="-229" b="1">
                <a:latin typeface="Tahoma"/>
                <a:cs typeface="Tahoma"/>
              </a:rPr>
              <a:t> </a:t>
            </a:r>
            <a:r>
              <a:rPr dirty="0" sz="3600" spc="-535" b="1">
                <a:latin typeface="Tahoma"/>
                <a:cs typeface="Tahoma"/>
              </a:rPr>
              <a:t>OF</a:t>
            </a:r>
            <a:r>
              <a:rPr dirty="0" sz="3600" spc="-265" b="1">
                <a:latin typeface="Tahoma"/>
                <a:cs typeface="Tahoma"/>
              </a:rPr>
              <a:t> </a:t>
            </a:r>
            <a:r>
              <a:rPr dirty="0" sz="3600" spc="-535" b="1">
                <a:latin typeface="Tahoma"/>
                <a:cs typeface="Tahoma"/>
              </a:rPr>
              <a:t>RUNING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36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z="3150" spc="-160">
                <a:latin typeface="Tahoma"/>
                <a:cs typeface="Tahoma"/>
              </a:rPr>
              <a:t>Women</a:t>
            </a:r>
            <a:r>
              <a:rPr dirty="0" sz="3150" spc="-225">
                <a:latin typeface="Tahoma"/>
                <a:cs typeface="Tahoma"/>
              </a:rPr>
              <a:t> </a:t>
            </a:r>
            <a:r>
              <a:rPr dirty="0" sz="3150" spc="-165">
                <a:latin typeface="Tahoma"/>
                <a:cs typeface="Tahoma"/>
              </a:rPr>
              <a:t>Empowerment</a:t>
            </a:r>
            <a:r>
              <a:rPr dirty="0" sz="3150" spc="-229">
                <a:latin typeface="Tahoma"/>
                <a:cs typeface="Tahoma"/>
              </a:rPr>
              <a:t> </a:t>
            </a:r>
            <a:r>
              <a:rPr dirty="0" sz="3150" spc="-459">
                <a:latin typeface="Tahoma"/>
                <a:cs typeface="Tahoma"/>
              </a:rPr>
              <a:t>|</a:t>
            </a:r>
            <a:endParaRPr sz="3150">
              <a:latin typeface="Tahoma"/>
              <a:cs typeface="Tahoma"/>
            </a:endParaRPr>
          </a:p>
          <a:p>
            <a:pPr marL="469900" marR="63500" indent="-457834">
              <a:lnSpc>
                <a:spcPct val="1049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z="3150" spc="-200">
                <a:latin typeface="Tahoma"/>
                <a:cs typeface="Tahoma"/>
              </a:rPr>
              <a:t>Human</a:t>
            </a:r>
            <a:r>
              <a:rPr dirty="0" sz="3150" spc="-245">
                <a:latin typeface="Tahoma"/>
                <a:cs typeface="Tahoma"/>
              </a:rPr>
              <a:t> </a:t>
            </a:r>
            <a:r>
              <a:rPr dirty="0" sz="3150" spc="-110">
                <a:latin typeface="Tahoma"/>
                <a:cs typeface="Tahoma"/>
              </a:rPr>
              <a:t>Endurance</a:t>
            </a:r>
            <a:r>
              <a:rPr dirty="0" sz="3150" spc="-245">
                <a:latin typeface="Tahoma"/>
                <a:cs typeface="Tahoma"/>
              </a:rPr>
              <a:t> </a:t>
            </a:r>
            <a:r>
              <a:rPr dirty="0" sz="3150" spc="-409">
                <a:latin typeface="Tahoma"/>
                <a:cs typeface="Tahoma"/>
              </a:rPr>
              <a:t>|</a:t>
            </a:r>
            <a:r>
              <a:rPr dirty="0" sz="3150" spc="-240">
                <a:latin typeface="Tahoma"/>
                <a:cs typeface="Tahoma"/>
              </a:rPr>
              <a:t> </a:t>
            </a:r>
            <a:r>
              <a:rPr dirty="0" sz="3150" spc="-150">
                <a:latin typeface="Tahoma"/>
                <a:cs typeface="Tahoma"/>
              </a:rPr>
              <a:t>Youth </a:t>
            </a:r>
            <a:r>
              <a:rPr dirty="0" sz="3150" spc="-120">
                <a:latin typeface="Tahoma"/>
                <a:cs typeface="Tahoma"/>
              </a:rPr>
              <a:t>Inspiration</a:t>
            </a:r>
            <a:r>
              <a:rPr dirty="0" sz="3150" spc="-220">
                <a:latin typeface="Tahoma"/>
                <a:cs typeface="Tahoma"/>
              </a:rPr>
              <a:t> </a:t>
            </a:r>
            <a:r>
              <a:rPr dirty="0" sz="3150" spc="-459">
                <a:latin typeface="Tahoma"/>
                <a:cs typeface="Tahoma"/>
              </a:rPr>
              <a:t>|</a:t>
            </a:r>
            <a:endParaRPr sz="315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3150" spc="-145">
                <a:latin typeface="Tahoma"/>
                <a:cs typeface="Tahoma"/>
              </a:rPr>
              <a:t>Environmental</a:t>
            </a:r>
            <a:r>
              <a:rPr dirty="0" sz="3150" spc="-175">
                <a:latin typeface="Tahoma"/>
                <a:cs typeface="Tahoma"/>
              </a:rPr>
              <a:t> </a:t>
            </a:r>
            <a:r>
              <a:rPr dirty="0" sz="3150" spc="-25">
                <a:latin typeface="Tahoma"/>
                <a:cs typeface="Tahoma"/>
              </a:rPr>
              <a:t>Awareness</a:t>
            </a:r>
            <a:endParaRPr sz="3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010" y="120277"/>
            <a:ext cx="5559425" cy="6384290"/>
          </a:xfrm>
          <a:prstGeom prst="rect">
            <a:avLst/>
          </a:prstGeom>
        </p:spPr>
        <p:txBody>
          <a:bodyPr wrap="square" lIns="0" tIns="12446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80"/>
              </a:spcBef>
              <a:buClr>
                <a:srgbClr val="2C4F64"/>
              </a:buClr>
              <a:buFont typeface="Arial MT"/>
              <a:buChar char="•"/>
              <a:tabLst>
                <a:tab pos="355600" algn="l"/>
              </a:tabLst>
            </a:pPr>
            <a:r>
              <a:rPr dirty="0" sz="2850" spc="160">
                <a:solidFill>
                  <a:srgbClr val="2C4F64"/>
                </a:solidFill>
                <a:latin typeface="Tahoma"/>
                <a:cs typeface="Tahoma"/>
              </a:rPr>
              <a:t>ABOUT</a:t>
            </a:r>
            <a:r>
              <a:rPr dirty="0" sz="2850" spc="-155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850" spc="-45">
                <a:solidFill>
                  <a:srgbClr val="2C4F64"/>
                </a:solidFill>
                <a:latin typeface="Tahoma"/>
                <a:cs typeface="Tahoma"/>
              </a:rPr>
              <a:t>SABITA</a:t>
            </a:r>
            <a:r>
              <a:rPr dirty="0" sz="2850" spc="-120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850" spc="110">
                <a:solidFill>
                  <a:srgbClr val="2C4F64"/>
                </a:solidFill>
                <a:latin typeface="Tahoma"/>
                <a:cs typeface="Tahoma"/>
              </a:rPr>
              <a:t>MAHATO</a:t>
            </a:r>
            <a:endParaRPr sz="2850">
              <a:latin typeface="Tahoma"/>
              <a:cs typeface="Tahoma"/>
            </a:endParaRPr>
          </a:p>
          <a:p>
            <a:pPr marL="298450" marR="394970" indent="-286385">
              <a:lnSpc>
                <a:spcPct val="104000"/>
              </a:lnSpc>
              <a:spcBef>
                <a:spcPts val="64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600" spc="-85">
                <a:latin typeface="Tahoma"/>
                <a:cs typeface="Tahoma"/>
              </a:rPr>
              <a:t>Sabita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70">
                <a:latin typeface="Tahoma"/>
                <a:cs typeface="Tahoma"/>
              </a:rPr>
              <a:t>Mahato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is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130">
                <a:latin typeface="Tahoma"/>
                <a:cs typeface="Tahoma"/>
              </a:rPr>
              <a:t>an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105">
                <a:latin typeface="Tahoma"/>
                <a:cs typeface="Tahoma"/>
              </a:rPr>
              <a:t>ultra-</a:t>
            </a:r>
            <a:r>
              <a:rPr dirty="0" sz="2600" spc="-80">
                <a:latin typeface="Tahoma"/>
                <a:cs typeface="Tahoma"/>
              </a:rPr>
              <a:t>endurance </a:t>
            </a:r>
            <a:r>
              <a:rPr dirty="0" sz="2600" spc="-110">
                <a:latin typeface="Tahoma"/>
                <a:cs typeface="Tahoma"/>
              </a:rPr>
              <a:t>athlete</a:t>
            </a:r>
            <a:r>
              <a:rPr dirty="0" sz="2600" spc="-195">
                <a:latin typeface="Tahoma"/>
                <a:cs typeface="Tahoma"/>
              </a:rPr>
              <a:t> </a:t>
            </a:r>
            <a:r>
              <a:rPr dirty="0" sz="2600" spc="-175">
                <a:latin typeface="Tahoma"/>
                <a:cs typeface="Tahoma"/>
              </a:rPr>
              <a:t>from</a:t>
            </a:r>
            <a:r>
              <a:rPr dirty="0" sz="2600" spc="-195">
                <a:latin typeface="Tahoma"/>
                <a:cs typeface="Tahoma"/>
              </a:rPr>
              <a:t> </a:t>
            </a:r>
            <a:r>
              <a:rPr dirty="0" sz="2600" spc="-85">
                <a:latin typeface="Tahoma"/>
                <a:cs typeface="Tahoma"/>
              </a:rPr>
              <a:t>Bihar,</a:t>
            </a:r>
            <a:r>
              <a:rPr dirty="0" sz="2600" spc="-195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India</a:t>
            </a:r>
            <a:endParaRPr sz="260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600" spc="-45">
                <a:latin typeface="Tahoma"/>
                <a:cs typeface="Tahoma"/>
              </a:rPr>
              <a:t>Achievements:</a:t>
            </a:r>
            <a:endParaRPr sz="2600">
              <a:latin typeface="Tahoma"/>
              <a:cs typeface="Tahoma"/>
            </a:endParaRPr>
          </a:p>
          <a:p>
            <a:pPr marL="428625" indent="-415925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428625" algn="l"/>
              </a:tabLst>
            </a:pPr>
            <a:r>
              <a:rPr dirty="0" sz="2600" spc="-215">
                <a:latin typeface="Tahoma"/>
                <a:cs typeface="Tahoma"/>
              </a:rPr>
              <a:t>In</a:t>
            </a:r>
            <a:r>
              <a:rPr dirty="0" sz="2600" spc="-210">
                <a:latin typeface="Tahoma"/>
                <a:cs typeface="Tahoma"/>
              </a:rPr>
              <a:t> </a:t>
            </a:r>
            <a:r>
              <a:rPr dirty="0" sz="2600" spc="-280">
                <a:latin typeface="Tahoma"/>
                <a:cs typeface="Tahoma"/>
              </a:rPr>
              <a:t>2023,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120">
                <a:latin typeface="Tahoma"/>
                <a:cs typeface="Tahoma"/>
              </a:rPr>
              <a:t>becoming</a:t>
            </a:r>
            <a:r>
              <a:rPr dirty="0" sz="2600" spc="-215">
                <a:latin typeface="Tahoma"/>
                <a:cs typeface="Tahoma"/>
              </a:rPr>
              <a:t> </a:t>
            </a:r>
            <a:r>
              <a:rPr dirty="0" sz="2600" spc="-145">
                <a:latin typeface="Tahoma"/>
                <a:cs typeface="Tahoma"/>
              </a:rPr>
              <a:t>the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85">
                <a:latin typeface="Tahoma"/>
                <a:cs typeface="Tahoma"/>
              </a:rPr>
              <a:t>first</a:t>
            </a:r>
            <a:r>
              <a:rPr dirty="0" sz="2600" spc="-135">
                <a:latin typeface="Tahoma"/>
                <a:cs typeface="Tahoma"/>
              </a:rPr>
              <a:t> </a:t>
            </a:r>
            <a:r>
              <a:rPr dirty="0" sz="2600" spc="-160">
                <a:latin typeface="Tahoma"/>
                <a:cs typeface="Tahoma"/>
              </a:rPr>
              <a:t>woman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in</a:t>
            </a:r>
            <a:endParaRPr sz="2600">
              <a:latin typeface="Tahoma"/>
              <a:cs typeface="Tahoma"/>
            </a:endParaRPr>
          </a:p>
          <a:p>
            <a:pPr marL="355600" marR="153670">
              <a:lnSpc>
                <a:spcPct val="103899"/>
              </a:lnSpc>
              <a:spcBef>
                <a:spcPts val="5"/>
              </a:spcBef>
            </a:pPr>
            <a:r>
              <a:rPr dirty="0" sz="2600" spc="-145">
                <a:latin typeface="Tahoma"/>
                <a:cs typeface="Tahoma"/>
              </a:rPr>
              <a:t>the</a:t>
            </a:r>
            <a:r>
              <a:rPr dirty="0" sz="2600" spc="-215">
                <a:latin typeface="Tahoma"/>
                <a:cs typeface="Tahoma"/>
              </a:rPr>
              <a:t> </a:t>
            </a:r>
            <a:r>
              <a:rPr dirty="0" sz="2600" spc="-95">
                <a:latin typeface="Tahoma"/>
                <a:cs typeface="Tahoma"/>
              </a:rPr>
              <a:t>world</a:t>
            </a:r>
            <a:r>
              <a:rPr dirty="0" sz="2600" spc="-210">
                <a:latin typeface="Tahoma"/>
                <a:cs typeface="Tahoma"/>
              </a:rPr>
              <a:t> </a:t>
            </a:r>
            <a:r>
              <a:rPr dirty="0" sz="2600" spc="-145">
                <a:latin typeface="Tahoma"/>
                <a:cs typeface="Tahoma"/>
              </a:rPr>
              <a:t>to</a:t>
            </a:r>
            <a:r>
              <a:rPr dirty="0" sz="2600" spc="-210">
                <a:latin typeface="Tahoma"/>
                <a:cs typeface="Tahoma"/>
              </a:rPr>
              <a:t> </a:t>
            </a:r>
            <a:r>
              <a:rPr dirty="0" sz="2600" spc="-135">
                <a:latin typeface="Tahoma"/>
                <a:cs typeface="Tahoma"/>
              </a:rPr>
              <a:t>run</a:t>
            </a:r>
            <a:r>
              <a:rPr dirty="0" sz="2600" spc="-210">
                <a:latin typeface="Tahoma"/>
                <a:cs typeface="Tahoma"/>
              </a:rPr>
              <a:t> </a:t>
            </a:r>
            <a:r>
              <a:rPr dirty="0" sz="2600" spc="-155">
                <a:latin typeface="Tahoma"/>
                <a:cs typeface="Tahoma"/>
              </a:rPr>
              <a:t>from</a:t>
            </a:r>
            <a:r>
              <a:rPr dirty="0" sz="2600" spc="-215">
                <a:latin typeface="Tahoma"/>
                <a:cs typeface="Tahoma"/>
              </a:rPr>
              <a:t> </a:t>
            </a:r>
            <a:r>
              <a:rPr dirty="0" sz="2600" spc="-50">
                <a:latin typeface="Tahoma"/>
                <a:cs typeface="Tahoma"/>
              </a:rPr>
              <a:t>Manali</a:t>
            </a:r>
            <a:r>
              <a:rPr dirty="0" sz="2600" spc="-210">
                <a:latin typeface="Tahoma"/>
                <a:cs typeface="Tahoma"/>
              </a:rPr>
              <a:t> </a:t>
            </a:r>
            <a:r>
              <a:rPr dirty="0" sz="2600" spc="-145">
                <a:latin typeface="Tahoma"/>
                <a:cs typeface="Tahoma"/>
              </a:rPr>
              <a:t>to</a:t>
            </a:r>
            <a:r>
              <a:rPr dirty="0" sz="2600" spc="-215">
                <a:latin typeface="Tahoma"/>
                <a:cs typeface="Tahoma"/>
              </a:rPr>
              <a:t> </a:t>
            </a:r>
            <a:r>
              <a:rPr dirty="0" sz="2600" spc="-105">
                <a:latin typeface="Tahoma"/>
                <a:cs typeface="Tahoma"/>
              </a:rPr>
              <a:t>umling </a:t>
            </a:r>
            <a:r>
              <a:rPr dirty="0" sz="2600" spc="-55">
                <a:latin typeface="Tahoma"/>
                <a:cs typeface="Tahoma"/>
              </a:rPr>
              <a:t>la</a:t>
            </a:r>
            <a:r>
              <a:rPr dirty="0" sz="2600" spc="-235">
                <a:latin typeface="Tahoma"/>
                <a:cs typeface="Tahoma"/>
              </a:rPr>
              <a:t> </a:t>
            </a:r>
            <a:r>
              <a:rPr dirty="0" sz="2600" spc="-285">
                <a:latin typeface="Tahoma"/>
                <a:cs typeface="Tahoma"/>
              </a:rPr>
              <a:t>570</a:t>
            </a:r>
            <a:r>
              <a:rPr dirty="0" sz="2600" spc="-229">
                <a:latin typeface="Tahoma"/>
                <a:cs typeface="Tahoma"/>
              </a:rPr>
              <a:t> </a:t>
            </a:r>
            <a:r>
              <a:rPr dirty="0" sz="2600" spc="-25">
                <a:latin typeface="Tahoma"/>
                <a:cs typeface="Tahoma"/>
              </a:rPr>
              <a:t>km</a:t>
            </a:r>
            <a:endParaRPr sz="2600">
              <a:latin typeface="Tahoma"/>
              <a:cs typeface="Tahoma"/>
            </a:endParaRPr>
          </a:p>
          <a:p>
            <a:pPr marL="355600" marR="593725" indent="-343535">
              <a:lnSpc>
                <a:spcPts val="3240"/>
              </a:lnSpc>
              <a:spcBef>
                <a:spcPts val="60"/>
              </a:spcBef>
              <a:buAutoNum type="arabicPeriod" startAt="2"/>
              <a:tabLst>
                <a:tab pos="355600" algn="l"/>
                <a:tab pos="428625" algn="l"/>
              </a:tabLst>
            </a:pPr>
            <a:r>
              <a:rPr dirty="0" sz="2600">
                <a:latin typeface="Tahoma"/>
                <a:cs typeface="Tahoma"/>
              </a:rPr>
              <a:t>	</a:t>
            </a:r>
            <a:r>
              <a:rPr dirty="0" sz="2600" spc="-130">
                <a:latin typeface="Tahoma"/>
                <a:cs typeface="Tahoma"/>
              </a:rPr>
              <a:t>High-</a:t>
            </a:r>
            <a:r>
              <a:rPr dirty="0" sz="2600" spc="-114">
                <a:latin typeface="Tahoma"/>
                <a:cs typeface="Tahoma"/>
              </a:rPr>
              <a:t>altitude</a:t>
            </a:r>
            <a:r>
              <a:rPr dirty="0" sz="2600" spc="-185">
                <a:latin typeface="Tahoma"/>
                <a:cs typeface="Tahoma"/>
              </a:rPr>
              <a:t> </a:t>
            </a:r>
            <a:r>
              <a:rPr dirty="0" sz="2600" spc="-114">
                <a:latin typeface="Tahoma"/>
                <a:cs typeface="Tahoma"/>
              </a:rPr>
              <a:t>runner</a:t>
            </a:r>
            <a:r>
              <a:rPr dirty="0" sz="2600" spc="-254">
                <a:latin typeface="Tahoma"/>
                <a:cs typeface="Tahoma"/>
              </a:rPr>
              <a:t> </a:t>
            </a:r>
            <a:r>
              <a:rPr dirty="0" sz="2600" spc="-114">
                <a:latin typeface="Tahoma"/>
                <a:cs typeface="Tahoma"/>
              </a:rPr>
              <a:t>and</a:t>
            </a:r>
            <a:r>
              <a:rPr dirty="0" sz="2600" spc="-180">
                <a:latin typeface="Tahoma"/>
                <a:cs typeface="Tahoma"/>
              </a:rPr>
              <a:t> </a:t>
            </a:r>
            <a:r>
              <a:rPr dirty="0" sz="2600" spc="-130">
                <a:latin typeface="Tahoma"/>
                <a:cs typeface="Tahoma"/>
              </a:rPr>
              <a:t>mountain </a:t>
            </a:r>
            <a:r>
              <a:rPr dirty="0" sz="2600" spc="-10">
                <a:latin typeface="Tahoma"/>
                <a:cs typeface="Tahoma"/>
              </a:rPr>
              <a:t>athlete</a:t>
            </a:r>
            <a:endParaRPr sz="2600">
              <a:latin typeface="Tahoma"/>
              <a:cs typeface="Tahoma"/>
            </a:endParaRPr>
          </a:p>
          <a:p>
            <a:pPr marL="354330" marR="5080" indent="-342265">
              <a:lnSpc>
                <a:spcPts val="3170"/>
              </a:lnSpc>
              <a:spcBef>
                <a:spcPts val="65"/>
              </a:spcBef>
              <a:buAutoNum type="arabicPeriod" startAt="2"/>
              <a:tabLst>
                <a:tab pos="355600" algn="l"/>
              </a:tabLst>
            </a:pPr>
            <a:r>
              <a:rPr dirty="0" sz="2600" spc="-145">
                <a:latin typeface="Tahoma"/>
                <a:cs typeface="Tahoma"/>
              </a:rPr>
              <a:t>Completed</a:t>
            </a:r>
            <a:r>
              <a:rPr dirty="0" sz="2600" spc="-235">
                <a:latin typeface="Tahoma"/>
                <a:cs typeface="Tahoma"/>
              </a:rPr>
              <a:t> </a:t>
            </a:r>
            <a:r>
              <a:rPr dirty="0" sz="2600" spc="-150">
                <a:latin typeface="Tahoma"/>
                <a:cs typeface="Tahoma"/>
              </a:rPr>
              <a:t>EVEREST</a:t>
            </a:r>
            <a:r>
              <a:rPr dirty="0" sz="2600" spc="-240">
                <a:latin typeface="Tahoma"/>
                <a:cs typeface="Tahoma"/>
              </a:rPr>
              <a:t> </a:t>
            </a:r>
            <a:r>
              <a:rPr dirty="0" sz="2600" spc="-85">
                <a:latin typeface="Tahoma"/>
                <a:cs typeface="Tahoma"/>
              </a:rPr>
              <a:t>base</a:t>
            </a:r>
            <a:r>
              <a:rPr dirty="0" sz="2600" spc="-24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camp</a:t>
            </a:r>
            <a:r>
              <a:rPr dirty="0" sz="2600" spc="100">
                <a:latin typeface="Tahoma"/>
                <a:cs typeface="Tahoma"/>
              </a:rPr>
              <a:t> </a:t>
            </a:r>
            <a:r>
              <a:rPr dirty="0" sz="2600" spc="-275">
                <a:latin typeface="Tahoma"/>
                <a:cs typeface="Tahoma"/>
              </a:rPr>
              <a:t>104km </a:t>
            </a:r>
            <a:r>
              <a:rPr dirty="0" sz="2600" spc="-275">
                <a:latin typeface="Tahoma"/>
                <a:cs typeface="Tahoma"/>
              </a:rPr>
              <a:t>	</a:t>
            </a:r>
            <a:r>
              <a:rPr dirty="0" sz="2600" spc="-170">
                <a:latin typeface="Tahoma"/>
                <a:cs typeface="Tahoma"/>
              </a:rPr>
              <a:t>from</a:t>
            </a:r>
            <a:r>
              <a:rPr dirty="0" sz="2600" spc="-220">
                <a:latin typeface="Tahoma"/>
                <a:cs typeface="Tahoma"/>
              </a:rPr>
              <a:t> </a:t>
            </a:r>
            <a:r>
              <a:rPr dirty="0" sz="2600" spc="-114">
                <a:latin typeface="Tahoma"/>
                <a:cs typeface="Tahoma"/>
              </a:rPr>
              <a:t>Lukla</a:t>
            </a:r>
            <a:r>
              <a:rPr dirty="0" sz="2600" spc="-215">
                <a:latin typeface="Tahoma"/>
                <a:cs typeface="Tahoma"/>
              </a:rPr>
              <a:t> </a:t>
            </a:r>
            <a:r>
              <a:rPr dirty="0" sz="2600" spc="-145">
                <a:latin typeface="Tahoma"/>
                <a:cs typeface="Tahoma"/>
              </a:rPr>
              <a:t>to</a:t>
            </a:r>
            <a:r>
              <a:rPr dirty="0" sz="2600" spc="-220">
                <a:latin typeface="Tahoma"/>
                <a:cs typeface="Tahoma"/>
              </a:rPr>
              <a:t> </a:t>
            </a:r>
            <a:r>
              <a:rPr dirty="0" sz="2600" spc="-114">
                <a:latin typeface="Tahoma"/>
                <a:cs typeface="Tahoma"/>
              </a:rPr>
              <a:t>Lukla</a:t>
            </a:r>
            <a:r>
              <a:rPr dirty="0" sz="2600" spc="-220">
                <a:latin typeface="Tahoma"/>
                <a:cs typeface="Tahoma"/>
              </a:rPr>
              <a:t> </a:t>
            </a:r>
            <a:r>
              <a:rPr dirty="0" sz="2600" spc="-100">
                <a:latin typeface="Tahoma"/>
                <a:cs typeface="Tahoma"/>
              </a:rPr>
              <a:t>in</a:t>
            </a:r>
            <a:r>
              <a:rPr dirty="0" sz="2600" spc="-215">
                <a:latin typeface="Tahoma"/>
                <a:cs typeface="Tahoma"/>
              </a:rPr>
              <a:t> </a:t>
            </a:r>
            <a:r>
              <a:rPr dirty="0" sz="2600" spc="-285">
                <a:latin typeface="Tahoma"/>
                <a:cs typeface="Tahoma"/>
              </a:rPr>
              <a:t>64</a:t>
            </a:r>
            <a:r>
              <a:rPr dirty="0" sz="2600" spc="-22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hours</a:t>
            </a:r>
            <a:endParaRPr sz="2600">
              <a:latin typeface="Tahoma"/>
              <a:cs typeface="Tahoma"/>
            </a:endParaRPr>
          </a:p>
          <a:p>
            <a:pPr marL="355600" marR="1709420" indent="-343535">
              <a:lnSpc>
                <a:spcPts val="3170"/>
              </a:lnSpc>
              <a:spcBef>
                <a:spcPts val="75"/>
              </a:spcBef>
              <a:buAutoNum type="arabicPeriod" startAt="2"/>
              <a:tabLst>
                <a:tab pos="355600" algn="l"/>
                <a:tab pos="428625" algn="l"/>
              </a:tabLst>
            </a:pPr>
            <a:r>
              <a:rPr dirty="0" sz="2600">
                <a:latin typeface="Tahoma"/>
                <a:cs typeface="Tahoma"/>
              </a:rPr>
              <a:t>	</a:t>
            </a:r>
            <a:r>
              <a:rPr dirty="0" sz="2600" spc="-114">
                <a:latin typeface="Tahoma"/>
                <a:cs typeface="Tahoma"/>
              </a:rPr>
              <a:t>Promotes</a:t>
            </a:r>
            <a:r>
              <a:rPr dirty="0" sz="2600" spc="-180">
                <a:latin typeface="Tahoma"/>
                <a:cs typeface="Tahoma"/>
              </a:rPr>
              <a:t> </a:t>
            </a:r>
            <a:r>
              <a:rPr dirty="0" sz="2600" spc="-50">
                <a:latin typeface="Tahoma"/>
                <a:cs typeface="Tahoma"/>
              </a:rPr>
              <a:t>cleanliness</a:t>
            </a:r>
            <a:r>
              <a:rPr dirty="0" sz="2600" spc="-175">
                <a:latin typeface="Tahoma"/>
                <a:cs typeface="Tahoma"/>
              </a:rPr>
              <a:t> </a:t>
            </a:r>
            <a:r>
              <a:rPr dirty="0" sz="2600" spc="-110">
                <a:latin typeface="Tahoma"/>
                <a:cs typeface="Tahoma"/>
              </a:rPr>
              <a:t>and </a:t>
            </a:r>
            <a:r>
              <a:rPr dirty="0" sz="2600" spc="-135">
                <a:latin typeface="Tahoma"/>
                <a:cs typeface="Tahoma"/>
              </a:rPr>
              <a:t>env</a:t>
            </a:r>
            <a:r>
              <a:rPr dirty="0" u="sng" sz="2600" spc="-1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ironmental</a:t>
            </a:r>
            <a:r>
              <a:rPr dirty="0" u="sng" sz="2600" spc="-114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6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awarenes</a:t>
            </a:r>
            <a:r>
              <a:rPr dirty="0" sz="2600" spc="-10">
                <a:latin typeface="Tahoma"/>
                <a:cs typeface="Tahoma"/>
              </a:rPr>
              <a:t>s</a:t>
            </a:r>
            <a:endParaRPr sz="2600">
              <a:latin typeface="Tahoma"/>
              <a:cs typeface="Tahoma"/>
            </a:endParaRPr>
          </a:p>
          <a:p>
            <a:pPr marL="355600" marR="832485" indent="-343535">
              <a:lnSpc>
                <a:spcPts val="3240"/>
              </a:lnSpc>
              <a:buAutoNum type="arabicPeriod" startAt="2"/>
              <a:tabLst>
                <a:tab pos="355600" algn="l"/>
                <a:tab pos="428625" algn="l"/>
              </a:tabLst>
            </a:pPr>
            <a:r>
              <a:rPr dirty="0" sz="2600">
                <a:latin typeface="Tahoma"/>
                <a:cs typeface="Tahoma"/>
              </a:rPr>
              <a:t>	</a:t>
            </a:r>
            <a:r>
              <a:rPr dirty="0" sz="2600" spc="-110">
                <a:latin typeface="Tahoma"/>
                <a:cs typeface="Tahoma"/>
              </a:rPr>
              <a:t>Inspires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160">
                <a:latin typeface="Tahoma"/>
                <a:cs typeface="Tahoma"/>
              </a:rPr>
              <a:t>young</a:t>
            </a:r>
            <a:r>
              <a:rPr dirty="0" sz="2600" spc="-200">
                <a:latin typeface="Tahoma"/>
                <a:cs typeface="Tahoma"/>
              </a:rPr>
              <a:t> </a:t>
            </a:r>
            <a:r>
              <a:rPr dirty="0" sz="2600" spc="-65">
                <a:latin typeface="Tahoma"/>
                <a:cs typeface="Tahoma"/>
              </a:rPr>
              <a:t>girls</a:t>
            </a:r>
            <a:r>
              <a:rPr dirty="0" sz="2600" spc="-200">
                <a:latin typeface="Tahoma"/>
                <a:cs typeface="Tahoma"/>
              </a:rPr>
              <a:t> </a:t>
            </a:r>
            <a:r>
              <a:rPr dirty="0" sz="2600" spc="-135">
                <a:latin typeface="Tahoma"/>
                <a:cs typeface="Tahoma"/>
              </a:rPr>
              <a:t>and</a:t>
            </a:r>
            <a:r>
              <a:rPr dirty="0" sz="2600" spc="-204">
                <a:latin typeface="Tahoma"/>
                <a:cs typeface="Tahoma"/>
              </a:rPr>
              <a:t> </a:t>
            </a:r>
            <a:r>
              <a:rPr dirty="0" sz="2600" spc="-65">
                <a:latin typeface="Tahoma"/>
                <a:cs typeface="Tahoma"/>
              </a:rPr>
              <a:t>athletes </a:t>
            </a:r>
            <a:r>
              <a:rPr dirty="0" sz="2600" spc="-45">
                <a:latin typeface="Tahoma"/>
                <a:cs typeface="Tahoma"/>
              </a:rPr>
              <a:t>across</a:t>
            </a:r>
            <a:r>
              <a:rPr dirty="0" sz="2600" spc="-190">
                <a:latin typeface="Tahoma"/>
                <a:cs typeface="Tahoma"/>
              </a:rPr>
              <a:t> </a:t>
            </a:r>
            <a:r>
              <a:rPr dirty="0" sz="2600" spc="-10">
                <a:latin typeface="Tahoma"/>
                <a:cs typeface="Tahoma"/>
              </a:rPr>
              <a:t>India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3288" y="0"/>
            <a:ext cx="4325112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825" y="220662"/>
            <a:ext cx="1356360" cy="3879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175"/>
              <a:t>ABOUT</a:t>
            </a:r>
            <a:r>
              <a:rPr dirty="0" sz="2350" spc="20"/>
              <a:t> </a:t>
            </a:r>
            <a:r>
              <a:rPr dirty="0" sz="2350" spc="-125"/>
              <a:t>:</a:t>
            </a:r>
            <a:endParaRPr sz="2350"/>
          </a:p>
        </p:txBody>
      </p:sp>
      <p:sp>
        <p:nvSpPr>
          <p:cNvPr id="4" name="object 4" descr=""/>
          <p:cNvSpPr txBox="1"/>
          <p:nvPr/>
        </p:nvSpPr>
        <p:spPr>
          <a:xfrm>
            <a:off x="123825" y="623633"/>
            <a:ext cx="5133975" cy="4540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350" spc="50" b="1">
                <a:solidFill>
                  <a:srgbClr val="2C4F64"/>
                </a:solidFill>
                <a:latin typeface="Tahoma"/>
                <a:cs typeface="Tahoma"/>
              </a:rPr>
              <a:t>PARAM</a:t>
            </a:r>
            <a:r>
              <a:rPr dirty="0" sz="2350" spc="7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2C4F64"/>
                </a:solidFill>
                <a:latin typeface="Tahoma"/>
                <a:cs typeface="Tahoma"/>
              </a:rPr>
              <a:t>AJAY</a:t>
            </a:r>
            <a:r>
              <a:rPr dirty="0" sz="2350" spc="30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2C4F64"/>
                </a:solidFill>
                <a:latin typeface="Tahoma"/>
                <a:cs typeface="Tahoma"/>
              </a:rPr>
              <a:t>VEER</a:t>
            </a:r>
            <a:r>
              <a:rPr dirty="0" sz="2350" spc="4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b="1">
                <a:solidFill>
                  <a:srgbClr val="2C4F64"/>
                </a:solidFill>
                <a:latin typeface="Tahoma"/>
                <a:cs typeface="Tahoma"/>
              </a:rPr>
              <a:t>SINGH</a:t>
            </a:r>
            <a:r>
              <a:rPr dirty="0" sz="2350" spc="35" b="1">
                <a:solidFill>
                  <a:srgbClr val="2C4F64"/>
                </a:solidFill>
                <a:latin typeface="Tahoma"/>
                <a:cs typeface="Tahoma"/>
              </a:rPr>
              <a:t> </a:t>
            </a:r>
            <a:r>
              <a:rPr dirty="0" sz="2350" spc="-20" b="1">
                <a:solidFill>
                  <a:srgbClr val="2C4F64"/>
                </a:solidFill>
                <a:latin typeface="Tahoma"/>
                <a:cs typeface="Tahoma"/>
              </a:rPr>
              <a:t>GILL</a:t>
            </a:r>
            <a:endParaRPr sz="2350">
              <a:latin typeface="Tahoma"/>
              <a:cs typeface="Tahoma"/>
            </a:endParaRPr>
          </a:p>
          <a:p>
            <a:pPr lvl="1" marL="488950" marR="39370" indent="-286385">
              <a:lnSpc>
                <a:spcPct val="102899"/>
              </a:lnSpc>
              <a:spcBef>
                <a:spcPts val="1495"/>
              </a:spcBef>
              <a:buFont typeface="Arial MT"/>
              <a:buChar char="•"/>
              <a:tabLst>
                <a:tab pos="488950" algn="l"/>
              </a:tabLst>
            </a:pPr>
            <a:r>
              <a:rPr dirty="0" sz="2100" spc="-280" b="1">
                <a:latin typeface="Tahoma"/>
                <a:cs typeface="Tahoma"/>
              </a:rPr>
              <a:t>Param</a:t>
            </a:r>
            <a:r>
              <a:rPr dirty="0" sz="2100" spc="-165" b="1">
                <a:latin typeface="Tahoma"/>
                <a:cs typeface="Tahoma"/>
              </a:rPr>
              <a:t> </a:t>
            </a:r>
            <a:r>
              <a:rPr dirty="0" sz="2100" spc="-215" b="1">
                <a:latin typeface="Tahoma"/>
                <a:cs typeface="Tahoma"/>
              </a:rPr>
              <a:t>Ajay</a:t>
            </a:r>
            <a:r>
              <a:rPr dirty="0" sz="2100" spc="-85" b="1">
                <a:latin typeface="Tahoma"/>
                <a:cs typeface="Tahoma"/>
              </a:rPr>
              <a:t> </a:t>
            </a:r>
            <a:r>
              <a:rPr dirty="0" sz="2100" spc="-240" b="1">
                <a:latin typeface="Tahoma"/>
                <a:cs typeface="Tahoma"/>
              </a:rPr>
              <a:t>veer</a:t>
            </a:r>
            <a:r>
              <a:rPr dirty="0" sz="2100" spc="-145" b="1">
                <a:latin typeface="Tahoma"/>
                <a:cs typeface="Tahoma"/>
              </a:rPr>
              <a:t> </a:t>
            </a:r>
            <a:r>
              <a:rPr dirty="0" sz="2100" spc="-240" b="1">
                <a:latin typeface="Tahoma"/>
                <a:cs typeface="Tahoma"/>
              </a:rPr>
              <a:t>Singh</a:t>
            </a:r>
            <a:r>
              <a:rPr dirty="0" sz="2100" spc="-130" b="1">
                <a:latin typeface="Tahoma"/>
                <a:cs typeface="Tahoma"/>
              </a:rPr>
              <a:t> </a:t>
            </a:r>
            <a:r>
              <a:rPr dirty="0" sz="2100" spc="-105" b="1">
                <a:latin typeface="Tahoma"/>
                <a:cs typeface="Tahoma"/>
              </a:rPr>
              <a:t>Gill</a:t>
            </a:r>
            <a:r>
              <a:rPr dirty="0" sz="2100" spc="-175" b="1">
                <a:latin typeface="Tahoma"/>
                <a:cs typeface="Tahoma"/>
              </a:rPr>
              <a:t> </a:t>
            </a:r>
            <a:r>
              <a:rPr dirty="0" sz="2100" spc="-110" b="1">
                <a:latin typeface="Tahoma"/>
                <a:cs typeface="Tahoma"/>
              </a:rPr>
              <a:t>is</a:t>
            </a:r>
            <a:r>
              <a:rPr dirty="0" sz="2100" spc="-85" b="1">
                <a:latin typeface="Tahoma"/>
                <a:cs typeface="Tahoma"/>
              </a:rPr>
              <a:t> </a:t>
            </a:r>
            <a:r>
              <a:rPr dirty="0" sz="2100" spc="-229" b="1">
                <a:latin typeface="Tahoma"/>
                <a:cs typeface="Tahoma"/>
              </a:rPr>
              <a:t>a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195" b="1">
                <a:latin typeface="Tahoma"/>
                <a:cs typeface="Tahoma"/>
              </a:rPr>
              <a:t>passionate </a:t>
            </a:r>
            <a:r>
              <a:rPr dirty="0" sz="2100" spc="-245" b="1">
                <a:latin typeface="Tahoma"/>
                <a:cs typeface="Tahoma"/>
              </a:rPr>
              <a:t>endurance</a:t>
            </a:r>
            <a:r>
              <a:rPr dirty="0" sz="2100" spc="-114" b="1">
                <a:latin typeface="Tahoma"/>
                <a:cs typeface="Tahoma"/>
              </a:rPr>
              <a:t> </a:t>
            </a:r>
            <a:r>
              <a:rPr dirty="0" sz="2100" spc="-265" b="1">
                <a:latin typeface="Tahoma"/>
                <a:cs typeface="Tahoma"/>
              </a:rPr>
              <a:t>runner</a:t>
            </a:r>
            <a:r>
              <a:rPr dirty="0" sz="2100" spc="-125" b="1">
                <a:latin typeface="Tahoma"/>
                <a:cs typeface="Tahoma"/>
              </a:rPr>
              <a:t> </a:t>
            </a:r>
            <a:r>
              <a:rPr dirty="0" sz="2100" spc="-220" b="1">
                <a:latin typeface="Tahoma"/>
                <a:cs typeface="Tahoma"/>
              </a:rPr>
              <a:t>dedicated</a:t>
            </a:r>
            <a:r>
              <a:rPr dirty="0" sz="2100" spc="-114" b="1">
                <a:latin typeface="Tahoma"/>
                <a:cs typeface="Tahoma"/>
              </a:rPr>
              <a:t> </a:t>
            </a:r>
            <a:r>
              <a:rPr dirty="0" sz="2100" spc="-285" b="1">
                <a:latin typeface="Tahoma"/>
                <a:cs typeface="Tahoma"/>
              </a:rPr>
              <a:t>to</a:t>
            </a:r>
            <a:r>
              <a:rPr dirty="0" sz="2100" spc="-114" b="1">
                <a:latin typeface="Tahoma"/>
                <a:cs typeface="Tahoma"/>
              </a:rPr>
              <a:t> </a:t>
            </a:r>
            <a:r>
              <a:rPr dirty="0" sz="2100" spc="-75" b="1">
                <a:latin typeface="Tahoma"/>
                <a:cs typeface="Tahoma"/>
              </a:rPr>
              <a:t>pushing </a:t>
            </a:r>
            <a:r>
              <a:rPr dirty="0" sz="2100" spc="-325" b="1">
                <a:latin typeface="Tahoma"/>
                <a:cs typeface="Tahoma"/>
              </a:rPr>
              <a:t>human</a:t>
            </a:r>
            <a:r>
              <a:rPr dirty="0" sz="2100" spc="-140" b="1">
                <a:latin typeface="Tahoma"/>
                <a:cs typeface="Tahoma"/>
              </a:rPr>
              <a:t> </a:t>
            </a:r>
            <a:r>
              <a:rPr dirty="0" sz="2100" spc="-190" b="1">
                <a:latin typeface="Tahoma"/>
                <a:cs typeface="Tahoma"/>
              </a:rPr>
              <a:t>limits</a:t>
            </a:r>
            <a:r>
              <a:rPr dirty="0" sz="2100" spc="-100" b="1">
                <a:latin typeface="Tahoma"/>
                <a:cs typeface="Tahoma"/>
              </a:rPr>
              <a:t> </a:t>
            </a:r>
            <a:r>
              <a:rPr dirty="0" sz="2100" spc="-285" b="1">
                <a:latin typeface="Tahoma"/>
                <a:cs typeface="Tahoma"/>
              </a:rPr>
              <a:t>through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270" b="1">
                <a:latin typeface="Tahoma"/>
                <a:cs typeface="Tahoma"/>
              </a:rPr>
              <a:t>extreme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270" b="1">
                <a:latin typeface="Tahoma"/>
                <a:cs typeface="Tahoma"/>
              </a:rPr>
              <a:t>running </a:t>
            </a:r>
            <a:r>
              <a:rPr dirty="0" sz="2100" spc="-195" b="1">
                <a:latin typeface="Tahoma"/>
                <a:cs typeface="Tahoma"/>
              </a:rPr>
              <a:t>challenges</a:t>
            </a:r>
            <a:r>
              <a:rPr dirty="0" sz="2100" spc="-80" b="1">
                <a:latin typeface="Tahoma"/>
                <a:cs typeface="Tahoma"/>
              </a:rPr>
              <a:t> </a:t>
            </a:r>
            <a:r>
              <a:rPr dirty="0" sz="2100" spc="-280" b="1">
                <a:latin typeface="Tahoma"/>
                <a:cs typeface="Tahoma"/>
              </a:rPr>
              <a:t>and</a:t>
            </a:r>
            <a:r>
              <a:rPr dirty="0" sz="2100" spc="-125" b="1">
                <a:latin typeface="Tahoma"/>
                <a:cs typeface="Tahoma"/>
              </a:rPr>
              <a:t> </a:t>
            </a:r>
            <a:r>
              <a:rPr dirty="0" sz="2100" spc="-275" b="1">
                <a:latin typeface="Tahoma"/>
                <a:cs typeface="Tahoma"/>
              </a:rPr>
              <a:t>marathons.</a:t>
            </a:r>
            <a:endParaRPr sz="21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1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95"/>
              </a:spcBef>
              <a:buFont typeface="Arial MT"/>
              <a:buChar char="•"/>
            </a:pPr>
            <a:endParaRPr sz="2100">
              <a:latin typeface="Tahoma"/>
              <a:cs typeface="Tahoma"/>
            </a:endParaRPr>
          </a:p>
          <a:p>
            <a:pPr lvl="1" marL="488950" indent="-285750">
              <a:lnSpc>
                <a:spcPct val="100000"/>
              </a:lnSpc>
              <a:buFont typeface="Arial MT"/>
              <a:buChar char="•"/>
              <a:tabLst>
                <a:tab pos="488950" algn="l"/>
              </a:tabLst>
            </a:pPr>
            <a:r>
              <a:rPr dirty="0" sz="2100" spc="-220" b="1">
                <a:latin typeface="Tahoma"/>
                <a:cs typeface="Tahoma"/>
              </a:rPr>
              <a:t>Focus</a:t>
            </a:r>
            <a:r>
              <a:rPr dirty="0" sz="2100" spc="-150" b="1">
                <a:latin typeface="Tahoma"/>
                <a:cs typeface="Tahoma"/>
              </a:rPr>
              <a:t> </a:t>
            </a:r>
            <a:r>
              <a:rPr dirty="0" sz="2100" spc="-45" b="1">
                <a:latin typeface="Tahoma"/>
                <a:cs typeface="Tahoma"/>
              </a:rPr>
              <a:t>Areas:</a:t>
            </a:r>
            <a:endParaRPr sz="21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2100">
              <a:latin typeface="Tahoma"/>
              <a:cs typeface="Tahoma"/>
            </a:endParaRPr>
          </a:p>
          <a:p>
            <a:pPr lvl="1" marL="548005" indent="-344805">
              <a:lnSpc>
                <a:spcPct val="100000"/>
              </a:lnSpc>
              <a:buFont typeface="Arial MT"/>
              <a:buChar char="•"/>
              <a:tabLst>
                <a:tab pos="548005" algn="l"/>
              </a:tabLst>
            </a:pPr>
            <a:r>
              <a:rPr dirty="0" sz="2100" spc="-220" b="1">
                <a:latin typeface="Tahoma"/>
                <a:cs typeface="Tahoma"/>
              </a:rPr>
              <a:t>Ultra-</a:t>
            </a:r>
            <a:r>
              <a:rPr dirty="0" sz="2100" spc="-204" b="1">
                <a:latin typeface="Tahoma"/>
                <a:cs typeface="Tahoma"/>
              </a:rPr>
              <a:t>distance</a:t>
            </a:r>
            <a:r>
              <a:rPr dirty="0" sz="2100" spc="-45" b="1">
                <a:latin typeface="Tahoma"/>
                <a:cs typeface="Tahoma"/>
              </a:rPr>
              <a:t> </a:t>
            </a:r>
            <a:r>
              <a:rPr dirty="0" sz="2100" spc="-275" b="1">
                <a:latin typeface="Tahoma"/>
                <a:cs typeface="Tahoma"/>
              </a:rPr>
              <a:t>running</a:t>
            </a:r>
            <a:endParaRPr sz="2100">
              <a:latin typeface="Tahoma"/>
              <a:cs typeface="Tahoma"/>
            </a:endParaRPr>
          </a:p>
          <a:p>
            <a:pPr lvl="1" marL="548005" indent="-344805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548005" algn="l"/>
              </a:tabLst>
            </a:pPr>
            <a:r>
              <a:rPr dirty="0" sz="2100" spc="-245" b="1">
                <a:latin typeface="Tahoma"/>
                <a:cs typeface="Tahoma"/>
              </a:rPr>
              <a:t>High-</a:t>
            </a:r>
            <a:r>
              <a:rPr dirty="0" sz="2100" spc="-220" b="1">
                <a:latin typeface="Tahoma"/>
                <a:cs typeface="Tahoma"/>
              </a:rPr>
              <a:t>altitude</a:t>
            </a:r>
            <a:r>
              <a:rPr dirty="0" sz="2100" spc="-75" b="1">
                <a:latin typeface="Tahoma"/>
                <a:cs typeface="Tahoma"/>
              </a:rPr>
              <a:t> </a:t>
            </a:r>
            <a:r>
              <a:rPr dirty="0" sz="2100" spc="-125" b="1">
                <a:latin typeface="Tahoma"/>
                <a:cs typeface="Tahoma"/>
              </a:rPr>
              <a:t>endurance</a:t>
            </a:r>
            <a:endParaRPr sz="2100">
              <a:latin typeface="Tahoma"/>
              <a:cs typeface="Tahoma"/>
            </a:endParaRPr>
          </a:p>
          <a:p>
            <a:pPr lvl="1" marL="548005" indent="-344805">
              <a:lnSpc>
                <a:spcPct val="100000"/>
              </a:lnSpc>
              <a:spcBef>
                <a:spcPts val="145"/>
              </a:spcBef>
              <a:buFont typeface="Arial MT"/>
              <a:buChar char="•"/>
              <a:tabLst>
                <a:tab pos="548005" algn="l"/>
              </a:tabLst>
            </a:pPr>
            <a:r>
              <a:rPr dirty="0" sz="2100" spc="-229" b="1">
                <a:latin typeface="Tahoma"/>
                <a:cs typeface="Tahoma"/>
              </a:rPr>
              <a:t>Motivating</a:t>
            </a:r>
            <a:r>
              <a:rPr dirty="0" sz="2100" spc="-114" b="1">
                <a:latin typeface="Tahoma"/>
                <a:cs typeface="Tahoma"/>
              </a:rPr>
              <a:t> </a:t>
            </a:r>
            <a:r>
              <a:rPr dirty="0" sz="2100" spc="-295" b="1">
                <a:latin typeface="Tahoma"/>
                <a:cs typeface="Tahoma"/>
              </a:rPr>
              <a:t>youth</a:t>
            </a:r>
            <a:r>
              <a:rPr dirty="0" sz="2100" spc="-114" b="1">
                <a:latin typeface="Tahoma"/>
                <a:cs typeface="Tahoma"/>
              </a:rPr>
              <a:t> </a:t>
            </a:r>
            <a:r>
              <a:rPr dirty="0" sz="2100" spc="-290" b="1">
                <a:latin typeface="Tahoma"/>
                <a:cs typeface="Tahoma"/>
              </a:rPr>
              <a:t>through</a:t>
            </a:r>
            <a:r>
              <a:rPr dirty="0" sz="2100" spc="-105" b="1">
                <a:latin typeface="Tahoma"/>
                <a:cs typeface="Tahoma"/>
              </a:rPr>
              <a:t> </a:t>
            </a:r>
            <a:r>
              <a:rPr dirty="0" sz="2100" spc="-50" b="1">
                <a:latin typeface="Tahoma"/>
                <a:cs typeface="Tahoma"/>
              </a:rPr>
              <a:t>sports</a:t>
            </a:r>
            <a:endParaRPr sz="2100">
              <a:latin typeface="Tahoma"/>
              <a:cs typeface="Tahoma"/>
            </a:endParaRPr>
          </a:p>
          <a:p>
            <a:pPr lvl="1" marL="488950" indent="-28575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488950" algn="l"/>
              </a:tabLst>
            </a:pPr>
            <a:r>
              <a:rPr dirty="0" sz="2100" spc="-260" b="1">
                <a:latin typeface="Tahoma"/>
                <a:cs typeface="Tahoma"/>
              </a:rPr>
              <a:t>Teamwork</a:t>
            </a:r>
            <a:r>
              <a:rPr dirty="0" sz="2100" spc="-145" b="1">
                <a:latin typeface="Tahoma"/>
                <a:cs typeface="Tahoma"/>
              </a:rPr>
              <a:t> </a:t>
            </a:r>
            <a:r>
              <a:rPr dirty="0" sz="2100" spc="-280" b="1">
                <a:latin typeface="Tahoma"/>
                <a:cs typeface="Tahoma"/>
              </a:rPr>
              <a:t>and</a:t>
            </a:r>
            <a:r>
              <a:rPr dirty="0" sz="2100" spc="-145" b="1">
                <a:latin typeface="Tahoma"/>
                <a:cs typeface="Tahoma"/>
              </a:rPr>
              <a:t> </a:t>
            </a:r>
            <a:r>
              <a:rPr dirty="0" sz="2100" spc="-220" b="1">
                <a:latin typeface="Tahoma"/>
                <a:cs typeface="Tahoma"/>
              </a:rPr>
              <a:t>national</a:t>
            </a:r>
            <a:r>
              <a:rPr dirty="0" sz="2100" spc="-110" b="1">
                <a:latin typeface="Tahoma"/>
                <a:cs typeface="Tahoma"/>
              </a:rPr>
              <a:t> </a:t>
            </a:r>
            <a:r>
              <a:rPr dirty="0" sz="2100" spc="-10" b="1">
                <a:latin typeface="Tahoma"/>
                <a:cs typeface="Tahoma"/>
              </a:rPr>
              <a:t>pride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4591" y="6797370"/>
            <a:ext cx="4408805" cy="67373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298450" marR="5080" indent="-286385">
              <a:lnSpc>
                <a:spcPct val="103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100" spc="-204" b="1">
                <a:latin typeface="Tahoma"/>
                <a:cs typeface="Tahoma"/>
              </a:rPr>
              <a:t>Vision:“To</a:t>
            </a:r>
            <a:r>
              <a:rPr dirty="0" sz="2100" spc="-114" b="1">
                <a:latin typeface="Tahoma"/>
                <a:cs typeface="Tahoma"/>
              </a:rPr>
              <a:t> </a:t>
            </a:r>
            <a:r>
              <a:rPr dirty="0" sz="2100" spc="-254" b="1">
                <a:latin typeface="Tahoma"/>
                <a:cs typeface="Tahoma"/>
              </a:rPr>
              <a:t>prove</a:t>
            </a:r>
            <a:r>
              <a:rPr dirty="0" sz="2100" spc="-110" b="1">
                <a:latin typeface="Tahoma"/>
                <a:cs typeface="Tahoma"/>
              </a:rPr>
              <a:t> </a:t>
            </a:r>
            <a:r>
              <a:rPr dirty="0" sz="2100" spc="-285" b="1">
                <a:latin typeface="Tahoma"/>
                <a:cs typeface="Tahoma"/>
              </a:rPr>
              <a:t>that</a:t>
            </a:r>
            <a:r>
              <a:rPr dirty="0" sz="2100" spc="-80" b="1">
                <a:latin typeface="Tahoma"/>
                <a:cs typeface="Tahoma"/>
              </a:rPr>
              <a:t> </a:t>
            </a:r>
            <a:r>
              <a:rPr dirty="0" sz="2100" spc="-254" b="1">
                <a:latin typeface="Tahoma"/>
                <a:cs typeface="Tahoma"/>
              </a:rPr>
              <a:t>determination</a:t>
            </a:r>
            <a:r>
              <a:rPr dirty="0" sz="2100" spc="-110" b="1">
                <a:latin typeface="Tahoma"/>
                <a:cs typeface="Tahoma"/>
              </a:rPr>
              <a:t> </a:t>
            </a:r>
            <a:r>
              <a:rPr dirty="0" sz="2100" spc="-25" b="1">
                <a:latin typeface="Tahoma"/>
                <a:cs typeface="Tahoma"/>
              </a:rPr>
              <a:t>is </a:t>
            </a:r>
            <a:r>
              <a:rPr dirty="0" sz="2100" spc="-250" b="1">
                <a:latin typeface="Tahoma"/>
                <a:cs typeface="Tahoma"/>
              </a:rPr>
              <a:t>stronger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275" b="1">
                <a:latin typeface="Tahoma"/>
                <a:cs typeface="Tahoma"/>
              </a:rPr>
              <a:t>than</a:t>
            </a:r>
            <a:r>
              <a:rPr dirty="0" sz="2100" spc="-120" b="1">
                <a:latin typeface="Tahoma"/>
                <a:cs typeface="Tahoma"/>
              </a:rPr>
              <a:t> limitations.”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40" y="0"/>
            <a:ext cx="4023360" cy="7772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005" rIns="0" bIns="0" rtlCol="0" vert="horz">
            <a:spAutoFit/>
          </a:bodyPr>
          <a:lstStyle/>
          <a:p>
            <a:pPr marL="128905">
              <a:lnSpc>
                <a:spcPct val="100000"/>
              </a:lnSpc>
              <a:spcBef>
                <a:spcPts val="125"/>
              </a:spcBef>
            </a:pPr>
            <a:r>
              <a:rPr dirty="0" sz="2350"/>
              <a:t>EXPEDITION</a:t>
            </a:r>
            <a:r>
              <a:rPr dirty="0" sz="2350" spc="305"/>
              <a:t> </a:t>
            </a:r>
            <a:r>
              <a:rPr dirty="0" sz="2350" spc="-10"/>
              <a:t>HIGHLIGHTS:</a:t>
            </a:r>
            <a:endParaRPr sz="2350"/>
          </a:p>
        </p:txBody>
      </p:sp>
      <p:sp>
        <p:nvSpPr>
          <p:cNvPr id="4" name="object 4" descr=""/>
          <p:cNvSpPr txBox="1"/>
          <p:nvPr/>
        </p:nvSpPr>
        <p:spPr>
          <a:xfrm>
            <a:off x="240499" y="1224597"/>
            <a:ext cx="5506720" cy="345503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298450" marR="24765" indent="-286385">
              <a:lnSpc>
                <a:spcPct val="102899"/>
              </a:lnSpc>
              <a:spcBef>
                <a:spcPts val="45"/>
              </a:spcBef>
              <a:buChar char="•"/>
              <a:tabLst>
                <a:tab pos="298450" algn="l"/>
                <a:tab pos="355600" algn="l"/>
              </a:tabLst>
            </a:pP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254" b="1">
                <a:latin typeface="Tahoma"/>
                <a:cs typeface="Tahoma"/>
              </a:rPr>
              <a:t>Running</a:t>
            </a:r>
            <a:r>
              <a:rPr dirty="0" sz="2000" spc="-105" b="1">
                <a:latin typeface="Tahoma"/>
                <a:cs typeface="Tahoma"/>
              </a:rPr>
              <a:t> </a:t>
            </a:r>
            <a:r>
              <a:rPr dirty="0" sz="2000" spc="-235" b="1">
                <a:latin typeface="Tahoma"/>
                <a:cs typeface="Tahoma"/>
              </a:rPr>
              <a:t>at</a:t>
            </a:r>
            <a:r>
              <a:rPr dirty="0" sz="2000" spc="-85" b="1">
                <a:latin typeface="Tahoma"/>
                <a:cs typeface="Tahoma"/>
              </a:rPr>
              <a:t> </a:t>
            </a:r>
            <a:r>
              <a:rPr dirty="0" sz="2000" spc="-275" b="1">
                <a:latin typeface="Tahoma"/>
                <a:cs typeface="Tahoma"/>
              </a:rPr>
              <a:t>the</a:t>
            </a:r>
            <a:r>
              <a:rPr dirty="0" sz="2000" spc="-100" b="1">
                <a:latin typeface="Tahoma"/>
                <a:cs typeface="Tahoma"/>
              </a:rPr>
              <a:t> </a:t>
            </a:r>
            <a:r>
              <a:rPr dirty="0" sz="2000" spc="-180" b="1">
                <a:latin typeface="Tahoma"/>
                <a:cs typeface="Tahoma"/>
              </a:rPr>
              <a:t>world’s</a:t>
            </a:r>
            <a:r>
              <a:rPr dirty="0" sz="2000" spc="-145" b="1">
                <a:latin typeface="Tahoma"/>
                <a:cs typeface="Tahoma"/>
              </a:rPr>
              <a:t> </a:t>
            </a:r>
            <a:r>
              <a:rPr dirty="0" sz="2000" spc="-215" b="1">
                <a:latin typeface="Tahoma"/>
                <a:cs typeface="Tahoma"/>
              </a:rPr>
              <a:t>highest</a:t>
            </a:r>
            <a:r>
              <a:rPr dirty="0" sz="2000" spc="-160" b="1">
                <a:latin typeface="Tahoma"/>
                <a:cs typeface="Tahoma"/>
              </a:rPr>
              <a:t> </a:t>
            </a:r>
            <a:r>
              <a:rPr dirty="0" sz="2000" spc="-245" b="1">
                <a:latin typeface="Tahoma"/>
                <a:cs typeface="Tahoma"/>
              </a:rPr>
              <a:t>motorable</a:t>
            </a:r>
            <a:r>
              <a:rPr dirty="0" sz="2000" spc="-95" b="1">
                <a:latin typeface="Tahoma"/>
                <a:cs typeface="Tahoma"/>
              </a:rPr>
              <a:t> </a:t>
            </a:r>
            <a:r>
              <a:rPr dirty="0" sz="2000" spc="-65" b="1">
                <a:latin typeface="Tahoma"/>
                <a:cs typeface="Tahoma"/>
              </a:rPr>
              <a:t>roads* </a:t>
            </a:r>
            <a:r>
              <a:rPr dirty="0" sz="2000" spc="-254" b="1">
                <a:latin typeface="Tahoma"/>
                <a:cs typeface="Tahoma"/>
              </a:rPr>
              <a:t>Extreme</a:t>
            </a:r>
            <a:r>
              <a:rPr dirty="0" sz="2000" spc="-130" b="1">
                <a:latin typeface="Tahoma"/>
                <a:cs typeface="Tahoma"/>
              </a:rPr>
              <a:t> </a:t>
            </a:r>
            <a:r>
              <a:rPr dirty="0" sz="2000" spc="-210" b="1">
                <a:latin typeface="Tahoma"/>
                <a:cs typeface="Tahoma"/>
              </a:rPr>
              <a:t>altitude</a:t>
            </a:r>
            <a:r>
              <a:rPr dirty="0" sz="2000" spc="-130" b="1">
                <a:latin typeface="Tahoma"/>
                <a:cs typeface="Tahoma"/>
              </a:rPr>
              <a:t> </a:t>
            </a:r>
            <a:r>
              <a:rPr dirty="0" sz="2000" spc="-250" b="1">
                <a:latin typeface="Tahoma"/>
                <a:cs typeface="Tahoma"/>
              </a:rPr>
              <a:t>above</a:t>
            </a:r>
            <a:r>
              <a:rPr dirty="0" sz="2000" spc="-130" b="1">
                <a:latin typeface="Tahoma"/>
                <a:cs typeface="Tahoma"/>
              </a:rPr>
              <a:t> </a:t>
            </a:r>
            <a:r>
              <a:rPr dirty="0" sz="2000" spc="-340" b="1">
                <a:latin typeface="Tahoma"/>
                <a:cs typeface="Tahoma"/>
              </a:rPr>
              <a:t>5,900</a:t>
            </a:r>
            <a:r>
              <a:rPr dirty="0" sz="2000" spc="-165" b="1">
                <a:latin typeface="Tahoma"/>
                <a:cs typeface="Tahoma"/>
              </a:rPr>
              <a:t> </a:t>
            </a:r>
            <a:r>
              <a:rPr dirty="0" sz="2000" spc="-245" b="1">
                <a:latin typeface="Tahoma"/>
                <a:cs typeface="Tahoma"/>
              </a:rPr>
              <a:t>meters</a:t>
            </a:r>
            <a:r>
              <a:rPr dirty="0" sz="2000" spc="-160" b="1">
                <a:latin typeface="Tahoma"/>
                <a:cs typeface="Tahoma"/>
              </a:rPr>
              <a:t> </a:t>
            </a:r>
            <a:r>
              <a:rPr dirty="0" sz="2000" spc="-355" b="1">
                <a:latin typeface="Tahoma"/>
                <a:cs typeface="Tahoma"/>
              </a:rPr>
              <a:t>(19,400</a:t>
            </a:r>
            <a:r>
              <a:rPr dirty="0" sz="2000" spc="-165" b="1">
                <a:latin typeface="Tahoma"/>
                <a:cs typeface="Tahoma"/>
              </a:rPr>
              <a:t> </a:t>
            </a:r>
            <a:r>
              <a:rPr dirty="0" sz="2000" spc="-335" b="1">
                <a:latin typeface="Tahoma"/>
                <a:cs typeface="Tahoma"/>
              </a:rPr>
              <a:t>ft)* </a:t>
            </a:r>
            <a:r>
              <a:rPr dirty="0" sz="2000" spc="-240" b="1">
                <a:latin typeface="Tahoma"/>
                <a:cs typeface="Tahoma"/>
              </a:rPr>
              <a:t>Harsh</a:t>
            </a:r>
            <a:r>
              <a:rPr dirty="0" sz="2000" spc="-65" b="1">
                <a:latin typeface="Tahoma"/>
                <a:cs typeface="Tahoma"/>
              </a:rPr>
              <a:t> </a:t>
            </a:r>
            <a:r>
              <a:rPr dirty="0" sz="2000" spc="-235" b="1">
                <a:latin typeface="Tahoma"/>
                <a:cs typeface="Tahoma"/>
              </a:rPr>
              <a:t>weather</a:t>
            </a:r>
            <a:r>
              <a:rPr dirty="0" sz="2000" spc="-80" b="1">
                <a:latin typeface="Tahoma"/>
                <a:cs typeface="Tahoma"/>
              </a:rPr>
              <a:t> </a:t>
            </a:r>
            <a:r>
              <a:rPr dirty="0" sz="2000" spc="-245" b="1">
                <a:latin typeface="Tahoma"/>
                <a:cs typeface="Tahoma"/>
              </a:rPr>
              <a:t>and</a:t>
            </a:r>
            <a:r>
              <a:rPr dirty="0" sz="2000" spc="-135" b="1">
                <a:latin typeface="Tahoma"/>
                <a:cs typeface="Tahoma"/>
              </a:rPr>
              <a:t> </a:t>
            </a:r>
            <a:r>
              <a:rPr dirty="0" sz="2000" spc="-190" b="1">
                <a:latin typeface="Tahoma"/>
                <a:cs typeface="Tahoma"/>
              </a:rPr>
              <a:t>low</a:t>
            </a:r>
            <a:r>
              <a:rPr dirty="0" sz="2000" spc="-120" b="1">
                <a:latin typeface="Tahoma"/>
                <a:cs typeface="Tahoma"/>
              </a:rPr>
              <a:t> </a:t>
            </a:r>
            <a:r>
              <a:rPr dirty="0" sz="2000" spc="-250" b="1">
                <a:latin typeface="Tahoma"/>
                <a:cs typeface="Tahoma"/>
              </a:rPr>
              <a:t>oxygen</a:t>
            </a:r>
            <a:r>
              <a:rPr dirty="0" sz="2000" spc="-135" b="1">
                <a:latin typeface="Tahoma"/>
                <a:cs typeface="Tahoma"/>
              </a:rPr>
              <a:t> </a:t>
            </a:r>
            <a:r>
              <a:rPr dirty="0" sz="2000" spc="-100" b="1">
                <a:latin typeface="Tahoma"/>
                <a:cs typeface="Tahoma"/>
              </a:rPr>
              <a:t>challenges* </a:t>
            </a:r>
            <a:r>
              <a:rPr dirty="0" sz="2000" spc="-254" b="1">
                <a:latin typeface="Tahoma"/>
                <a:cs typeface="Tahoma"/>
              </a:rPr>
              <a:t>Promoting</a:t>
            </a:r>
            <a:r>
              <a:rPr dirty="0" sz="2000" spc="-125" b="1">
                <a:latin typeface="Tahoma"/>
                <a:cs typeface="Tahoma"/>
              </a:rPr>
              <a:t> </a:t>
            </a:r>
            <a:r>
              <a:rPr dirty="0" sz="2000" spc="-254" b="1">
                <a:latin typeface="Tahoma"/>
                <a:cs typeface="Tahoma"/>
              </a:rPr>
              <a:t>mental</a:t>
            </a:r>
            <a:r>
              <a:rPr dirty="0" sz="2000" spc="-110" b="1">
                <a:latin typeface="Tahoma"/>
                <a:cs typeface="Tahoma"/>
              </a:rPr>
              <a:t> </a:t>
            </a:r>
            <a:r>
              <a:rPr dirty="0" sz="2000" spc="-245" b="1">
                <a:latin typeface="Tahoma"/>
                <a:cs typeface="Tahoma"/>
              </a:rPr>
              <a:t>and</a:t>
            </a:r>
            <a:r>
              <a:rPr dirty="0" sz="2000" spc="-120" b="1">
                <a:latin typeface="Tahoma"/>
                <a:cs typeface="Tahoma"/>
              </a:rPr>
              <a:t> </a:t>
            </a:r>
            <a:r>
              <a:rPr dirty="0" sz="2000" spc="-170" b="1">
                <a:latin typeface="Tahoma"/>
                <a:cs typeface="Tahoma"/>
              </a:rPr>
              <a:t>physical</a:t>
            </a:r>
            <a:r>
              <a:rPr dirty="0" sz="2000" spc="-110" b="1">
                <a:latin typeface="Tahoma"/>
                <a:cs typeface="Tahoma"/>
              </a:rPr>
              <a:t> </a:t>
            </a:r>
            <a:r>
              <a:rPr dirty="0" sz="2000" spc="-265" b="1">
                <a:latin typeface="Tahoma"/>
                <a:cs typeface="Tahoma"/>
              </a:rPr>
              <a:t>strength*</a:t>
            </a:r>
            <a:r>
              <a:rPr dirty="0" sz="2000" spc="-80" b="1">
                <a:latin typeface="Tahoma"/>
                <a:cs typeface="Tahoma"/>
              </a:rPr>
              <a:t> </a:t>
            </a:r>
            <a:r>
              <a:rPr dirty="0" sz="2000" spc="-200" b="1">
                <a:latin typeface="Tahoma"/>
                <a:cs typeface="Tahoma"/>
              </a:rPr>
              <a:t>Inspiring </a:t>
            </a:r>
            <a:r>
              <a:rPr dirty="0" sz="2000" spc="-265" b="1">
                <a:latin typeface="Tahoma"/>
                <a:cs typeface="Tahoma"/>
              </a:rPr>
              <a:t>youth</a:t>
            </a:r>
            <a:r>
              <a:rPr dirty="0" sz="2000" spc="-140" b="1">
                <a:latin typeface="Tahoma"/>
                <a:cs typeface="Tahoma"/>
              </a:rPr>
              <a:t> </a:t>
            </a:r>
            <a:r>
              <a:rPr dirty="0" sz="2000" spc="-270" b="1">
                <a:latin typeface="Tahoma"/>
                <a:cs typeface="Tahoma"/>
              </a:rPr>
              <a:t>through</a:t>
            </a:r>
            <a:r>
              <a:rPr dirty="0" sz="2000" spc="-140" b="1">
                <a:latin typeface="Tahoma"/>
                <a:cs typeface="Tahoma"/>
              </a:rPr>
              <a:t> </a:t>
            </a:r>
            <a:r>
              <a:rPr dirty="0" sz="2000" spc="-195" b="1">
                <a:latin typeface="Tahoma"/>
                <a:cs typeface="Tahoma"/>
              </a:rPr>
              <a:t>action</a:t>
            </a:r>
            <a:r>
              <a:rPr dirty="0" sz="2000" spc="-70" b="1">
                <a:latin typeface="Tahoma"/>
                <a:cs typeface="Tahoma"/>
              </a:rPr>
              <a:t> </a:t>
            </a:r>
            <a:r>
              <a:rPr dirty="0" sz="2000" spc="-270" b="1">
                <a:latin typeface="Tahoma"/>
                <a:cs typeface="Tahoma"/>
              </a:rPr>
              <a:t>and</a:t>
            </a:r>
            <a:r>
              <a:rPr dirty="0" sz="2000" spc="-140" b="1">
                <a:latin typeface="Tahoma"/>
                <a:cs typeface="Tahoma"/>
              </a:rPr>
              <a:t> </a:t>
            </a:r>
            <a:r>
              <a:rPr dirty="0" sz="2000" spc="-150" b="1">
                <a:latin typeface="Tahoma"/>
                <a:cs typeface="Tahoma"/>
              </a:rPr>
              <a:t>determination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endParaRPr sz="2000">
              <a:latin typeface="Tahoma"/>
              <a:cs typeface="Tahoma"/>
            </a:endParaRPr>
          </a:p>
          <a:p>
            <a:pPr marL="245110">
              <a:lnSpc>
                <a:spcPct val="100000"/>
              </a:lnSpc>
            </a:pPr>
            <a:r>
              <a:rPr dirty="0" sz="3300" spc="-450" b="1">
                <a:latin typeface="Tahoma"/>
                <a:cs typeface="Tahoma"/>
              </a:rPr>
              <a:t>Our</a:t>
            </a:r>
            <a:r>
              <a:rPr dirty="0" sz="3300" spc="-270" b="1">
                <a:latin typeface="Tahoma"/>
                <a:cs typeface="Tahoma"/>
              </a:rPr>
              <a:t> </a:t>
            </a:r>
            <a:r>
              <a:rPr dirty="0" sz="3300" spc="-305" b="1">
                <a:latin typeface="Tahoma"/>
                <a:cs typeface="Tahoma"/>
              </a:rPr>
              <a:t>Goal</a:t>
            </a:r>
            <a:r>
              <a:rPr dirty="0" sz="1350" spc="-305">
                <a:latin typeface="Tahoma"/>
                <a:cs typeface="Tahoma"/>
              </a:rPr>
              <a:t>:</a:t>
            </a:r>
            <a:endParaRPr sz="1350">
              <a:latin typeface="Tahoma"/>
              <a:cs typeface="Tahoma"/>
            </a:endParaRPr>
          </a:p>
          <a:p>
            <a:pPr marL="245110" marR="5080">
              <a:lnSpc>
                <a:spcPct val="102499"/>
              </a:lnSpc>
              <a:spcBef>
                <a:spcPts val="1985"/>
              </a:spcBef>
            </a:pPr>
            <a:r>
              <a:rPr dirty="0" sz="1700" spc="-195" b="1">
                <a:latin typeface="Tahoma"/>
                <a:cs typeface="Tahoma"/>
              </a:rPr>
              <a:t>To</a:t>
            </a:r>
            <a:r>
              <a:rPr dirty="0" sz="1700" spc="-95" b="1">
                <a:latin typeface="Tahoma"/>
                <a:cs typeface="Tahoma"/>
              </a:rPr>
              <a:t> </a:t>
            </a:r>
            <a:r>
              <a:rPr dirty="0" sz="1700" spc="-200" b="1">
                <a:latin typeface="Tahoma"/>
                <a:cs typeface="Tahoma"/>
              </a:rPr>
              <a:t>complete</a:t>
            </a:r>
            <a:r>
              <a:rPr dirty="0" sz="1700" spc="-90" b="1">
                <a:latin typeface="Tahoma"/>
                <a:cs typeface="Tahoma"/>
              </a:rPr>
              <a:t> </a:t>
            </a:r>
            <a:r>
              <a:rPr dirty="0" sz="1700" spc="-165" b="1">
                <a:latin typeface="Tahoma"/>
                <a:cs typeface="Tahoma"/>
              </a:rPr>
              <a:t>this</a:t>
            </a:r>
            <a:r>
              <a:rPr dirty="0" sz="1700" spc="-70" b="1">
                <a:latin typeface="Tahoma"/>
                <a:cs typeface="Tahoma"/>
              </a:rPr>
              <a:t> </a:t>
            </a:r>
            <a:r>
              <a:rPr dirty="0" sz="1700" spc="-145" b="1">
                <a:latin typeface="Tahoma"/>
                <a:cs typeface="Tahoma"/>
              </a:rPr>
              <a:t>historic</a:t>
            </a:r>
            <a:r>
              <a:rPr dirty="0" sz="1700" spc="-90" b="1">
                <a:latin typeface="Tahoma"/>
                <a:cs typeface="Tahoma"/>
              </a:rPr>
              <a:t> </a:t>
            </a:r>
            <a:r>
              <a:rPr dirty="0" sz="1700" spc="-190" b="1">
                <a:latin typeface="Tahoma"/>
                <a:cs typeface="Tahoma"/>
              </a:rPr>
              <a:t>expedition</a:t>
            </a:r>
            <a:r>
              <a:rPr dirty="0" sz="1700" spc="-95" b="1">
                <a:latin typeface="Tahoma"/>
                <a:cs typeface="Tahoma"/>
              </a:rPr>
              <a:t> </a:t>
            </a:r>
            <a:r>
              <a:rPr dirty="0" sz="1700" spc="-145" b="1">
                <a:latin typeface="Tahoma"/>
                <a:cs typeface="Tahoma"/>
              </a:rPr>
              <a:t>successfully</a:t>
            </a:r>
            <a:r>
              <a:rPr dirty="0" sz="1700" spc="-70" b="1">
                <a:latin typeface="Tahoma"/>
                <a:cs typeface="Tahoma"/>
              </a:rPr>
              <a:t> </a:t>
            </a:r>
            <a:r>
              <a:rPr dirty="0" sz="1700" spc="-229" b="1">
                <a:latin typeface="Tahoma"/>
                <a:cs typeface="Tahoma"/>
              </a:rPr>
              <a:t>and</a:t>
            </a:r>
            <a:r>
              <a:rPr dirty="0" sz="1700" spc="-90" b="1">
                <a:latin typeface="Tahoma"/>
                <a:cs typeface="Tahoma"/>
              </a:rPr>
              <a:t> </a:t>
            </a:r>
            <a:r>
              <a:rPr dirty="0" sz="1700" spc="-165" b="1">
                <a:latin typeface="Tahoma"/>
                <a:cs typeface="Tahoma"/>
              </a:rPr>
              <a:t>set</a:t>
            </a:r>
            <a:r>
              <a:rPr dirty="0" sz="1700" spc="-70" b="1">
                <a:latin typeface="Tahoma"/>
                <a:cs typeface="Tahoma"/>
              </a:rPr>
              <a:t> </a:t>
            </a:r>
            <a:r>
              <a:rPr dirty="0" sz="1700" spc="-100" b="1">
                <a:latin typeface="Tahoma"/>
                <a:cs typeface="Tahoma"/>
              </a:rPr>
              <a:t>an </a:t>
            </a:r>
            <a:r>
              <a:rPr dirty="0" sz="1700" spc="-200" b="1">
                <a:latin typeface="Tahoma"/>
                <a:cs typeface="Tahoma"/>
              </a:rPr>
              <a:t>example</a:t>
            </a:r>
            <a:r>
              <a:rPr dirty="0" sz="1700" spc="-105" b="1">
                <a:latin typeface="Tahoma"/>
                <a:cs typeface="Tahoma"/>
              </a:rPr>
              <a:t> </a:t>
            </a:r>
            <a:r>
              <a:rPr dirty="0" sz="1700" spc="-200" b="1">
                <a:latin typeface="Tahoma"/>
                <a:cs typeface="Tahoma"/>
              </a:rPr>
              <a:t>for</a:t>
            </a:r>
            <a:r>
              <a:rPr dirty="0" sz="1700" spc="-100" b="1">
                <a:latin typeface="Tahoma"/>
                <a:cs typeface="Tahoma"/>
              </a:rPr>
              <a:t> </a:t>
            </a:r>
            <a:r>
              <a:rPr dirty="0" sz="1700" spc="-150" b="1">
                <a:latin typeface="Tahoma"/>
                <a:cs typeface="Tahoma"/>
              </a:rPr>
              <a:t>millions</a:t>
            </a:r>
            <a:r>
              <a:rPr dirty="0" sz="1700" spc="-75" b="1">
                <a:latin typeface="Tahoma"/>
                <a:cs typeface="Tahoma"/>
              </a:rPr>
              <a:t> </a:t>
            </a:r>
            <a:r>
              <a:rPr dirty="0" sz="1700" spc="-145" b="1">
                <a:latin typeface="Tahoma"/>
                <a:cs typeface="Tahoma"/>
              </a:rPr>
              <a:t>across</a:t>
            </a:r>
            <a:r>
              <a:rPr dirty="0" sz="1700" spc="-160" b="1">
                <a:latin typeface="Tahoma"/>
                <a:cs typeface="Tahoma"/>
              </a:rPr>
              <a:t> </a:t>
            </a:r>
            <a:r>
              <a:rPr dirty="0" sz="1700" spc="-204" b="1">
                <a:latin typeface="Tahoma"/>
                <a:cs typeface="Tahoma"/>
              </a:rPr>
              <a:t>the</a:t>
            </a:r>
            <a:r>
              <a:rPr dirty="0" sz="1700" spc="-105" b="1">
                <a:latin typeface="Tahoma"/>
                <a:cs typeface="Tahoma"/>
              </a:rPr>
              <a:t> </a:t>
            </a:r>
            <a:r>
              <a:rPr dirty="0" sz="1700" spc="-10" b="1">
                <a:latin typeface="Tahoma"/>
                <a:cs typeface="Tahoma"/>
              </a:rPr>
              <a:t>world.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35040" y="0"/>
            <a:ext cx="4023360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9486" rIns="0" bIns="0" rtlCol="0" vert="horz">
            <a:spAutoFit/>
          </a:bodyPr>
          <a:lstStyle/>
          <a:p>
            <a:pPr marL="584200">
              <a:lnSpc>
                <a:spcPct val="100000"/>
              </a:lnSpc>
              <a:spcBef>
                <a:spcPts val="125"/>
              </a:spcBef>
            </a:pPr>
            <a:r>
              <a:rPr dirty="0" sz="2350" spc="165"/>
              <a:t>WHY</a:t>
            </a:r>
            <a:r>
              <a:rPr dirty="0" sz="2350" spc="30"/>
              <a:t> </a:t>
            </a:r>
            <a:r>
              <a:rPr dirty="0" sz="2350"/>
              <a:t>THIS</a:t>
            </a:r>
            <a:r>
              <a:rPr dirty="0" sz="2350" spc="90"/>
              <a:t> </a:t>
            </a:r>
            <a:r>
              <a:rPr dirty="0" sz="2350"/>
              <a:t>EXPEDITION</a:t>
            </a:r>
            <a:r>
              <a:rPr dirty="0" sz="2350" spc="30"/>
              <a:t> </a:t>
            </a:r>
            <a:r>
              <a:rPr dirty="0" sz="2350" spc="65"/>
              <a:t>MATTERS</a:t>
            </a:r>
            <a:endParaRPr sz="2350"/>
          </a:p>
        </p:txBody>
      </p:sp>
      <p:sp>
        <p:nvSpPr>
          <p:cNvPr id="4" name="object 4" descr=""/>
          <p:cNvSpPr txBox="1"/>
          <p:nvPr/>
        </p:nvSpPr>
        <p:spPr>
          <a:xfrm>
            <a:off x="399415" y="995680"/>
            <a:ext cx="2409825" cy="19919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114" b="1">
                <a:latin typeface="Tahoma"/>
                <a:cs typeface="Tahoma"/>
              </a:rPr>
              <a:t>This</a:t>
            </a:r>
            <a:r>
              <a:rPr dirty="0" sz="1350" spc="-50" b="1">
                <a:latin typeface="Tahoma"/>
                <a:cs typeface="Tahoma"/>
              </a:rPr>
              <a:t> </a:t>
            </a:r>
            <a:r>
              <a:rPr dirty="0" sz="1350" spc="-204" b="1">
                <a:latin typeface="Tahoma"/>
                <a:cs typeface="Tahoma"/>
              </a:rPr>
              <a:t>Is</a:t>
            </a:r>
            <a:r>
              <a:rPr dirty="0" sz="1350" spc="-50" b="1">
                <a:latin typeface="Tahoma"/>
                <a:cs typeface="Tahoma"/>
              </a:rPr>
              <a:t> </a:t>
            </a:r>
            <a:r>
              <a:rPr dirty="0" sz="1350" spc="-150" b="1">
                <a:latin typeface="Tahoma"/>
                <a:cs typeface="Tahoma"/>
              </a:rPr>
              <a:t>Not</a:t>
            </a:r>
            <a:r>
              <a:rPr dirty="0" sz="1350" spc="-35" b="1">
                <a:latin typeface="Tahoma"/>
                <a:cs typeface="Tahoma"/>
              </a:rPr>
              <a:t> </a:t>
            </a:r>
            <a:r>
              <a:rPr dirty="0" sz="1350" spc="-114" b="1">
                <a:latin typeface="Tahoma"/>
                <a:cs typeface="Tahoma"/>
              </a:rPr>
              <a:t>Just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00" b="1">
                <a:latin typeface="Tahoma"/>
                <a:cs typeface="Tahoma"/>
              </a:rPr>
              <a:t>A</a:t>
            </a:r>
            <a:r>
              <a:rPr dirty="0" sz="1350" spc="-65" b="1">
                <a:latin typeface="Tahoma"/>
                <a:cs typeface="Tahoma"/>
              </a:rPr>
              <a:t> </a:t>
            </a:r>
            <a:r>
              <a:rPr dirty="0" sz="1350" spc="-25" b="1">
                <a:latin typeface="Tahoma"/>
                <a:cs typeface="Tahoma"/>
              </a:rPr>
              <a:t>Run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50" spc="-250" b="1">
                <a:latin typeface="Tahoma"/>
                <a:cs typeface="Tahoma"/>
              </a:rPr>
              <a:t>It</a:t>
            </a:r>
            <a:r>
              <a:rPr dirty="0" sz="1350" spc="-55" b="1">
                <a:latin typeface="Tahoma"/>
                <a:cs typeface="Tahoma"/>
              </a:rPr>
              <a:t> </a:t>
            </a:r>
            <a:r>
              <a:rPr dirty="0" sz="1350" spc="-60" b="1">
                <a:latin typeface="Tahoma"/>
                <a:cs typeface="Tahoma"/>
              </a:rPr>
              <a:t>is</a:t>
            </a:r>
            <a:r>
              <a:rPr dirty="0" sz="1350" spc="5" b="1">
                <a:latin typeface="Tahoma"/>
                <a:cs typeface="Tahoma"/>
              </a:rPr>
              <a:t> </a:t>
            </a:r>
            <a:r>
              <a:rPr dirty="0" sz="1350" spc="-130" b="1">
                <a:latin typeface="Tahoma"/>
                <a:cs typeface="Tahoma"/>
              </a:rPr>
              <a:t>a</a:t>
            </a:r>
            <a:r>
              <a:rPr dirty="0" sz="1350" spc="-70" b="1">
                <a:latin typeface="Tahoma"/>
                <a:cs typeface="Tahoma"/>
              </a:rPr>
              <a:t> </a:t>
            </a:r>
            <a:r>
              <a:rPr dirty="0" sz="1350" spc="-150" b="1">
                <a:latin typeface="Tahoma"/>
                <a:cs typeface="Tahoma"/>
              </a:rPr>
              <a:t>message</a:t>
            </a:r>
            <a:r>
              <a:rPr dirty="0" sz="1350" spc="-70" b="1">
                <a:latin typeface="Tahoma"/>
                <a:cs typeface="Tahoma"/>
              </a:rPr>
              <a:t> </a:t>
            </a:r>
            <a:r>
              <a:rPr dirty="0" sz="1350" spc="-10" b="1">
                <a:latin typeface="Tahoma"/>
                <a:cs typeface="Tahoma"/>
              </a:rPr>
              <a:t>about: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0" b="1">
                <a:latin typeface="Tahoma"/>
                <a:cs typeface="Tahoma"/>
              </a:rPr>
              <a:t>Courage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0" b="1">
                <a:latin typeface="Tahoma"/>
                <a:cs typeface="Tahoma"/>
              </a:rPr>
              <a:t>Discipline</a:t>
            </a:r>
            <a:endParaRPr sz="135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350" spc="-175" b="1">
                <a:latin typeface="Tahoma"/>
                <a:cs typeface="Tahoma"/>
              </a:rPr>
              <a:t>Women</a:t>
            </a:r>
            <a:r>
              <a:rPr dirty="0" sz="1350" spc="-70" b="1">
                <a:latin typeface="Tahoma"/>
                <a:cs typeface="Tahoma"/>
              </a:rPr>
              <a:t> </a:t>
            </a:r>
            <a:r>
              <a:rPr dirty="0" sz="1350" spc="-80" b="1">
                <a:latin typeface="Tahoma"/>
                <a:cs typeface="Tahoma"/>
              </a:rPr>
              <a:t>empowerment</a:t>
            </a:r>
            <a:endParaRPr sz="1350">
              <a:latin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350" spc="-120" b="1">
                <a:latin typeface="Tahoma"/>
                <a:cs typeface="Tahoma"/>
              </a:rPr>
              <a:t>Fitness</a:t>
            </a:r>
            <a:r>
              <a:rPr dirty="0" sz="1350" spc="-60" b="1">
                <a:latin typeface="Tahoma"/>
                <a:cs typeface="Tahoma"/>
              </a:rPr>
              <a:t> </a:t>
            </a:r>
            <a:r>
              <a:rPr dirty="0" sz="1350" spc="-165" b="1">
                <a:latin typeface="Tahoma"/>
                <a:cs typeface="Tahoma"/>
              </a:rPr>
              <a:t>and</a:t>
            </a:r>
            <a:r>
              <a:rPr dirty="0" sz="1350" spc="-65" b="1">
                <a:latin typeface="Tahoma"/>
                <a:cs typeface="Tahoma"/>
              </a:rPr>
              <a:t> </a:t>
            </a:r>
            <a:r>
              <a:rPr dirty="0" sz="1350" spc="-135" b="1">
                <a:latin typeface="Tahoma"/>
                <a:cs typeface="Tahoma"/>
              </a:rPr>
              <a:t>sports</a:t>
            </a:r>
            <a:r>
              <a:rPr dirty="0" sz="1350" spc="-55" b="1">
                <a:latin typeface="Tahoma"/>
                <a:cs typeface="Tahoma"/>
              </a:rPr>
              <a:t> </a:t>
            </a:r>
            <a:r>
              <a:rPr dirty="0" sz="1350" spc="-10" b="1">
                <a:latin typeface="Tahoma"/>
                <a:cs typeface="Tahoma"/>
              </a:rPr>
              <a:t>culture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45" b="1">
                <a:latin typeface="Tahoma"/>
                <a:cs typeface="Tahoma"/>
              </a:rPr>
              <a:t>Environmental</a:t>
            </a:r>
            <a:r>
              <a:rPr dirty="0" sz="1350" spc="-20" b="1">
                <a:latin typeface="Tahoma"/>
                <a:cs typeface="Tahoma"/>
              </a:rPr>
              <a:t> </a:t>
            </a:r>
            <a:r>
              <a:rPr dirty="0" sz="1350" spc="-100" b="1">
                <a:latin typeface="Tahoma"/>
                <a:cs typeface="Tahoma"/>
              </a:rPr>
              <a:t>responsibility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14" b="1">
                <a:latin typeface="Tahoma"/>
                <a:cs typeface="Tahoma"/>
              </a:rPr>
              <a:t>Breaking</a:t>
            </a:r>
            <a:r>
              <a:rPr dirty="0" sz="1350" spc="-65" b="1">
                <a:latin typeface="Tahoma"/>
                <a:cs typeface="Tahoma"/>
              </a:rPr>
              <a:t> </a:t>
            </a:r>
            <a:r>
              <a:rPr dirty="0" sz="1350" spc="-190" b="1">
                <a:latin typeface="Tahoma"/>
                <a:cs typeface="Tahoma"/>
              </a:rPr>
              <a:t>human</a:t>
            </a:r>
            <a:r>
              <a:rPr dirty="0" sz="1350" spc="-65" b="1">
                <a:latin typeface="Tahoma"/>
                <a:cs typeface="Tahoma"/>
              </a:rPr>
              <a:t> </a:t>
            </a:r>
            <a:r>
              <a:rPr dirty="0" sz="1350" spc="-10" b="1">
                <a:latin typeface="Tahoma"/>
                <a:cs typeface="Tahoma"/>
              </a:rPr>
              <a:t>limits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99415" y="3620655"/>
            <a:ext cx="5428615" cy="465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0" marR="5080" indent="-286385">
              <a:lnSpc>
                <a:spcPct val="1069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350" spc="-135" b="1">
                <a:latin typeface="Tahoma"/>
                <a:cs typeface="Tahoma"/>
              </a:rPr>
              <a:t>After</a:t>
            </a:r>
            <a:r>
              <a:rPr dirty="0" sz="1350" spc="-30" b="1">
                <a:latin typeface="Tahoma"/>
                <a:cs typeface="Tahoma"/>
              </a:rPr>
              <a:t> </a:t>
            </a:r>
            <a:r>
              <a:rPr dirty="0" sz="1350" spc="-135" b="1">
                <a:latin typeface="Tahoma"/>
                <a:cs typeface="Tahoma"/>
              </a:rPr>
              <a:t>completion,</a:t>
            </a:r>
            <a:r>
              <a:rPr dirty="0" sz="1350" spc="-100" b="1">
                <a:latin typeface="Tahoma"/>
                <a:cs typeface="Tahoma"/>
              </a:rPr>
              <a:t> </a:t>
            </a:r>
            <a:r>
              <a:rPr dirty="0" sz="1350" spc="-120" b="1">
                <a:latin typeface="Tahoma"/>
                <a:cs typeface="Tahoma"/>
              </a:rPr>
              <a:t>this</a:t>
            </a:r>
            <a:r>
              <a:rPr dirty="0" sz="1350" spc="-30" b="1">
                <a:latin typeface="Tahoma"/>
                <a:cs typeface="Tahoma"/>
              </a:rPr>
              <a:t> </a:t>
            </a:r>
            <a:r>
              <a:rPr dirty="0" sz="1350" spc="-130" b="1">
                <a:latin typeface="Tahoma"/>
                <a:cs typeface="Tahoma"/>
              </a:rPr>
              <a:t>expedition</a:t>
            </a:r>
            <a:r>
              <a:rPr dirty="0" sz="1350" spc="-45" b="1">
                <a:latin typeface="Tahoma"/>
                <a:cs typeface="Tahoma"/>
              </a:rPr>
              <a:t> </a:t>
            </a:r>
            <a:r>
              <a:rPr dirty="0" sz="1350" spc="-125" b="1">
                <a:latin typeface="Tahoma"/>
                <a:cs typeface="Tahoma"/>
              </a:rPr>
              <a:t>has</a:t>
            </a:r>
            <a:r>
              <a:rPr dirty="0" sz="1350" spc="-35" b="1">
                <a:latin typeface="Tahoma"/>
                <a:cs typeface="Tahoma"/>
              </a:rPr>
              <a:t> </a:t>
            </a:r>
            <a:r>
              <a:rPr dirty="0" sz="1350" spc="-170" b="1">
                <a:latin typeface="Tahoma"/>
                <a:cs typeface="Tahoma"/>
              </a:rPr>
              <a:t>the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30" b="1">
                <a:latin typeface="Tahoma"/>
                <a:cs typeface="Tahoma"/>
              </a:rPr>
              <a:t>potential</a:t>
            </a:r>
            <a:r>
              <a:rPr dirty="0" sz="1350" spc="-100" b="1">
                <a:latin typeface="Tahoma"/>
                <a:cs typeface="Tahoma"/>
              </a:rPr>
              <a:t> </a:t>
            </a:r>
            <a:r>
              <a:rPr dirty="0" sz="1350" spc="-155" b="1">
                <a:latin typeface="Tahoma"/>
                <a:cs typeface="Tahoma"/>
              </a:rPr>
              <a:t>to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14" b="1">
                <a:latin typeface="Tahoma"/>
                <a:cs typeface="Tahoma"/>
              </a:rPr>
              <a:t>create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40" b="1">
                <a:latin typeface="Tahoma"/>
                <a:cs typeface="Tahoma"/>
              </a:rPr>
              <a:t>history</a:t>
            </a:r>
            <a:r>
              <a:rPr dirty="0" sz="1350" spc="-35" b="1">
                <a:latin typeface="Tahoma"/>
                <a:cs typeface="Tahoma"/>
              </a:rPr>
              <a:t> </a:t>
            </a:r>
            <a:r>
              <a:rPr dirty="0" sz="1350" spc="-25" b="1">
                <a:latin typeface="Tahoma"/>
                <a:cs typeface="Tahoma"/>
              </a:rPr>
              <a:t>and </a:t>
            </a:r>
            <a:r>
              <a:rPr dirty="0" sz="1350" spc="-110" b="1">
                <a:latin typeface="Tahoma"/>
                <a:cs typeface="Tahoma"/>
              </a:rPr>
              <a:t>inspire</a:t>
            </a:r>
            <a:r>
              <a:rPr dirty="0" sz="1350" spc="-55" b="1">
                <a:latin typeface="Tahoma"/>
                <a:cs typeface="Tahoma"/>
              </a:rPr>
              <a:t> </a:t>
            </a:r>
            <a:r>
              <a:rPr dirty="0" sz="1350" spc="-145" b="1">
                <a:latin typeface="Tahoma"/>
                <a:cs typeface="Tahoma"/>
              </a:rPr>
              <a:t>thousands</a:t>
            </a:r>
            <a:r>
              <a:rPr dirty="0" sz="1350" spc="-45" b="1">
                <a:latin typeface="Tahoma"/>
                <a:cs typeface="Tahoma"/>
              </a:rPr>
              <a:t> </a:t>
            </a:r>
            <a:r>
              <a:rPr dirty="0" sz="1350" spc="-140" b="1">
                <a:latin typeface="Tahoma"/>
                <a:cs typeface="Tahoma"/>
              </a:rPr>
              <a:t>of</a:t>
            </a:r>
            <a:r>
              <a:rPr dirty="0" sz="1350" spc="-110" b="1">
                <a:latin typeface="Tahoma"/>
                <a:cs typeface="Tahoma"/>
              </a:rPr>
              <a:t> </a:t>
            </a:r>
            <a:r>
              <a:rPr dirty="0" sz="1350" spc="-165" b="1">
                <a:latin typeface="Tahoma"/>
                <a:cs typeface="Tahoma"/>
              </a:rPr>
              <a:t>young</a:t>
            </a:r>
            <a:r>
              <a:rPr dirty="0" sz="1350" spc="-50" b="1">
                <a:latin typeface="Tahoma"/>
                <a:cs typeface="Tahoma"/>
              </a:rPr>
              <a:t> </a:t>
            </a:r>
            <a:r>
              <a:rPr dirty="0" sz="1350" spc="-130" b="1">
                <a:latin typeface="Tahoma"/>
                <a:cs typeface="Tahoma"/>
              </a:rPr>
              <a:t>athletes</a:t>
            </a:r>
            <a:r>
              <a:rPr dirty="0" sz="1350" spc="-45" b="1">
                <a:latin typeface="Tahoma"/>
                <a:cs typeface="Tahoma"/>
              </a:rPr>
              <a:t> </a:t>
            </a:r>
            <a:r>
              <a:rPr dirty="0" sz="1350" spc="-105" b="1">
                <a:latin typeface="Tahoma"/>
                <a:cs typeface="Tahoma"/>
              </a:rPr>
              <a:t>across</a:t>
            </a:r>
            <a:r>
              <a:rPr dirty="0" sz="1350" spc="-50" b="1">
                <a:latin typeface="Tahoma"/>
                <a:cs typeface="Tahoma"/>
              </a:rPr>
              <a:t> </a:t>
            </a:r>
            <a:r>
              <a:rPr dirty="0" sz="1350" spc="-10" b="1">
                <a:latin typeface="Tahoma"/>
                <a:cs typeface="Tahoma"/>
              </a:rPr>
              <a:t>India.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6208" y="0"/>
            <a:ext cx="3822191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639" y="187896"/>
            <a:ext cx="4283075" cy="3879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/>
              <a:t>MEDIA</a:t>
            </a:r>
            <a:r>
              <a:rPr dirty="0" sz="2350" spc="5"/>
              <a:t> </a:t>
            </a:r>
            <a:r>
              <a:rPr dirty="0" sz="2350"/>
              <a:t>&amp;</a:t>
            </a:r>
            <a:r>
              <a:rPr dirty="0" sz="2350" spc="-40"/>
              <a:t> </a:t>
            </a:r>
            <a:r>
              <a:rPr dirty="0" sz="2350" spc="100"/>
              <a:t>BRAND</a:t>
            </a:r>
            <a:r>
              <a:rPr dirty="0" sz="2350" spc="-30"/>
              <a:t> </a:t>
            </a:r>
            <a:r>
              <a:rPr dirty="0" sz="2350" spc="-105"/>
              <a:t>VISIBILITY</a:t>
            </a:r>
            <a:endParaRPr sz="2350"/>
          </a:p>
        </p:txBody>
      </p:sp>
      <p:sp>
        <p:nvSpPr>
          <p:cNvPr id="3" name="object 3" descr=""/>
          <p:cNvSpPr txBox="1"/>
          <p:nvPr/>
        </p:nvSpPr>
        <p:spPr>
          <a:xfrm>
            <a:off x="690752" y="739254"/>
            <a:ext cx="4759960" cy="6901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0" marR="5080" indent="-286385">
              <a:lnSpc>
                <a:spcPct val="1073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850" spc="-204" b="1">
                <a:latin typeface="Tahoma"/>
                <a:cs typeface="Tahoma"/>
              </a:rPr>
              <a:t>Your</a:t>
            </a:r>
            <a:r>
              <a:rPr dirty="0" sz="1850" spc="-85" b="1">
                <a:latin typeface="Tahoma"/>
                <a:cs typeface="Tahoma"/>
              </a:rPr>
              <a:t> </a:t>
            </a:r>
            <a:r>
              <a:rPr dirty="0" sz="1850" spc="-215" b="1">
                <a:latin typeface="Tahoma"/>
                <a:cs typeface="Tahoma"/>
              </a:rPr>
              <a:t>company</a:t>
            </a:r>
            <a:r>
              <a:rPr dirty="0" sz="1850" spc="-70" b="1">
                <a:latin typeface="Tahoma"/>
                <a:cs typeface="Tahoma"/>
              </a:rPr>
              <a:t> </a:t>
            </a:r>
            <a:r>
              <a:rPr dirty="0" sz="1850" spc="-185" b="1">
                <a:latin typeface="Tahoma"/>
                <a:cs typeface="Tahoma"/>
              </a:rPr>
              <a:t>logo</a:t>
            </a:r>
            <a:r>
              <a:rPr dirty="0" sz="1850" spc="-105" b="1">
                <a:latin typeface="Tahoma"/>
                <a:cs typeface="Tahoma"/>
              </a:rPr>
              <a:t> </a:t>
            </a:r>
            <a:r>
              <a:rPr dirty="0" sz="1850" spc="-204" b="1">
                <a:latin typeface="Tahoma"/>
                <a:cs typeface="Tahoma"/>
              </a:rPr>
              <a:t>and</a:t>
            </a:r>
            <a:r>
              <a:rPr dirty="0" sz="1850" spc="-100" b="1">
                <a:latin typeface="Tahoma"/>
                <a:cs typeface="Tahoma"/>
              </a:rPr>
              <a:t> </a:t>
            </a:r>
            <a:r>
              <a:rPr dirty="0" sz="1850" spc="-200" b="1">
                <a:latin typeface="Tahoma"/>
                <a:cs typeface="Tahoma"/>
              </a:rPr>
              <a:t>branding</a:t>
            </a:r>
            <a:r>
              <a:rPr dirty="0" sz="1850" spc="-100" b="1">
                <a:latin typeface="Tahoma"/>
                <a:cs typeface="Tahoma"/>
              </a:rPr>
              <a:t> </a:t>
            </a:r>
            <a:r>
              <a:rPr dirty="0" sz="1850" spc="-85" b="1">
                <a:latin typeface="Tahoma"/>
                <a:cs typeface="Tahoma"/>
              </a:rPr>
              <a:t>will</a:t>
            </a:r>
            <a:r>
              <a:rPr dirty="0" sz="1850" spc="-120" b="1">
                <a:latin typeface="Tahoma"/>
                <a:cs typeface="Tahoma"/>
              </a:rPr>
              <a:t> </a:t>
            </a:r>
            <a:r>
              <a:rPr dirty="0" sz="1850" spc="-100" b="1">
                <a:latin typeface="Tahoma"/>
                <a:cs typeface="Tahoma"/>
              </a:rPr>
              <a:t>receive </a:t>
            </a:r>
            <a:r>
              <a:rPr dirty="0" sz="1850" spc="-204" b="1">
                <a:latin typeface="Tahoma"/>
                <a:cs typeface="Tahoma"/>
              </a:rPr>
              <a:t>strong</a:t>
            </a:r>
            <a:r>
              <a:rPr dirty="0" sz="1850" spc="-95" b="1">
                <a:latin typeface="Tahoma"/>
                <a:cs typeface="Tahoma"/>
              </a:rPr>
              <a:t> </a:t>
            </a:r>
            <a:r>
              <a:rPr dirty="0" sz="1850" spc="-135" b="1">
                <a:latin typeface="Tahoma"/>
                <a:cs typeface="Tahoma"/>
              </a:rPr>
              <a:t>visibility</a:t>
            </a:r>
            <a:r>
              <a:rPr dirty="0" sz="1850" spc="-55" b="1">
                <a:latin typeface="Tahoma"/>
                <a:cs typeface="Tahoma"/>
              </a:rPr>
              <a:t> </a:t>
            </a:r>
            <a:r>
              <a:rPr dirty="0" sz="1850" spc="-105" b="1">
                <a:latin typeface="Tahoma"/>
                <a:cs typeface="Tahoma"/>
              </a:rPr>
              <a:t>through: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850" spc="-105" b="1">
                <a:latin typeface="Tahoma"/>
                <a:cs typeface="Tahoma"/>
              </a:rPr>
              <a:t>Social</a:t>
            </a:r>
            <a:r>
              <a:rPr dirty="0" sz="1850" spc="-100" b="1">
                <a:latin typeface="Tahoma"/>
                <a:cs typeface="Tahoma"/>
              </a:rPr>
              <a:t> </a:t>
            </a:r>
            <a:r>
              <a:rPr dirty="0" sz="1850" spc="-135" b="1">
                <a:latin typeface="Tahoma"/>
                <a:cs typeface="Tahoma"/>
              </a:rPr>
              <a:t>Media</a:t>
            </a:r>
            <a:r>
              <a:rPr dirty="0" sz="1850" spc="-80" b="1">
                <a:latin typeface="Tahoma"/>
                <a:cs typeface="Tahoma"/>
              </a:rPr>
              <a:t> Platforms</a:t>
            </a: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35" b="1">
                <a:latin typeface="Tahoma"/>
                <a:cs typeface="Tahoma"/>
              </a:rPr>
              <a:t>Instagram</a:t>
            </a: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55" b="1">
                <a:latin typeface="Tahoma"/>
                <a:cs typeface="Tahoma"/>
              </a:rPr>
              <a:t>Facebook</a:t>
            </a: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20" b="1">
                <a:latin typeface="Tahoma"/>
                <a:cs typeface="Tahoma"/>
              </a:rPr>
              <a:t>Twitter/X</a:t>
            </a:r>
            <a:endParaRPr sz="185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409575" algn="l"/>
              </a:tabLst>
            </a:pPr>
            <a:r>
              <a:rPr dirty="0" sz="1850" spc="-225" b="1">
                <a:latin typeface="Tahoma"/>
                <a:cs typeface="Tahoma"/>
              </a:rPr>
              <a:t>Running</a:t>
            </a:r>
            <a:r>
              <a:rPr dirty="0" sz="1850" spc="-90" b="1">
                <a:latin typeface="Tahoma"/>
                <a:cs typeface="Tahoma"/>
              </a:rPr>
              <a:t> </a:t>
            </a:r>
            <a:r>
              <a:rPr dirty="0" sz="1850" spc="-105" b="1">
                <a:latin typeface="Tahoma"/>
                <a:cs typeface="Tahoma"/>
              </a:rPr>
              <a:t>communities</a:t>
            </a: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85" b="1">
                <a:latin typeface="Tahoma"/>
                <a:cs typeface="Tahoma"/>
              </a:rPr>
              <a:t>Athlete</a:t>
            </a:r>
            <a:r>
              <a:rPr dirty="0" sz="1850" spc="15" b="1">
                <a:latin typeface="Tahoma"/>
                <a:cs typeface="Tahoma"/>
              </a:rPr>
              <a:t> </a:t>
            </a:r>
            <a:r>
              <a:rPr dirty="0" sz="1850" spc="-85" b="1">
                <a:latin typeface="Tahoma"/>
                <a:cs typeface="Tahoma"/>
              </a:rPr>
              <a:t>collaborations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Arial MT"/>
              <a:buChar char="•"/>
            </a:pP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 spc="-135" b="1">
                <a:latin typeface="Tahoma"/>
                <a:cs typeface="Tahoma"/>
              </a:rPr>
              <a:t>Media</a:t>
            </a:r>
            <a:r>
              <a:rPr dirty="0" sz="1850" spc="-90" b="1">
                <a:latin typeface="Tahoma"/>
                <a:cs typeface="Tahoma"/>
              </a:rPr>
              <a:t> </a:t>
            </a:r>
            <a:r>
              <a:rPr dirty="0" sz="1850" spc="-70" b="1">
                <a:latin typeface="Tahoma"/>
                <a:cs typeface="Tahoma"/>
              </a:rPr>
              <a:t>Coverage</a:t>
            </a:r>
            <a:endParaRPr sz="185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409575" algn="l"/>
              </a:tabLst>
            </a:pPr>
            <a:r>
              <a:rPr dirty="0" sz="1850" spc="-170" b="1">
                <a:latin typeface="Tahoma"/>
                <a:cs typeface="Tahoma"/>
              </a:rPr>
              <a:t>News</a:t>
            </a:r>
            <a:r>
              <a:rPr dirty="0" sz="1850" spc="-55" b="1">
                <a:latin typeface="Tahoma"/>
                <a:cs typeface="Tahoma"/>
              </a:rPr>
              <a:t> </a:t>
            </a:r>
            <a:r>
              <a:rPr dirty="0" sz="1850" spc="-40" b="1">
                <a:latin typeface="Tahoma"/>
                <a:cs typeface="Tahoma"/>
              </a:rPr>
              <a:t>channels</a:t>
            </a: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55" b="1">
                <a:latin typeface="Tahoma"/>
                <a:cs typeface="Tahoma"/>
              </a:rPr>
              <a:t>Digital</a:t>
            </a:r>
            <a:r>
              <a:rPr dirty="0" sz="1850" spc="-25" b="1">
                <a:latin typeface="Tahoma"/>
                <a:cs typeface="Tahoma"/>
              </a:rPr>
              <a:t> </a:t>
            </a:r>
            <a:r>
              <a:rPr dirty="0" sz="1850" spc="-215" b="1">
                <a:latin typeface="Tahoma"/>
                <a:cs typeface="Tahoma"/>
              </a:rPr>
              <a:t>media</a:t>
            </a:r>
            <a:r>
              <a:rPr dirty="0" sz="1850" spc="-85" b="1">
                <a:latin typeface="Tahoma"/>
                <a:cs typeface="Tahoma"/>
              </a:rPr>
              <a:t> </a:t>
            </a:r>
            <a:r>
              <a:rPr dirty="0" sz="1850" spc="-80" b="1">
                <a:latin typeface="Tahoma"/>
                <a:cs typeface="Tahoma"/>
              </a:rPr>
              <a:t>platforms</a:t>
            </a:r>
            <a:endParaRPr sz="185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409575" algn="l"/>
              </a:tabLst>
            </a:pPr>
            <a:r>
              <a:rPr dirty="0" sz="1850" spc="-200" b="1">
                <a:latin typeface="Tahoma"/>
                <a:cs typeface="Tahoma"/>
              </a:rPr>
              <a:t>Interviews</a:t>
            </a:r>
            <a:r>
              <a:rPr dirty="0" sz="1850" spc="-70" b="1">
                <a:latin typeface="Tahoma"/>
                <a:cs typeface="Tahoma"/>
              </a:rPr>
              <a:t> </a:t>
            </a:r>
            <a:r>
              <a:rPr dirty="0" sz="1850" spc="-220" b="1">
                <a:latin typeface="Tahoma"/>
                <a:cs typeface="Tahoma"/>
              </a:rPr>
              <a:t>and</a:t>
            </a:r>
            <a:r>
              <a:rPr dirty="0" sz="1850" spc="-105" b="1">
                <a:latin typeface="Tahoma"/>
                <a:cs typeface="Tahoma"/>
              </a:rPr>
              <a:t> </a:t>
            </a:r>
            <a:r>
              <a:rPr dirty="0" sz="1850" spc="-10" b="1">
                <a:latin typeface="Tahoma"/>
                <a:cs typeface="Tahoma"/>
              </a:rPr>
              <a:t>articles</a:t>
            </a:r>
            <a:endParaRPr sz="185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09575" algn="l"/>
              </a:tabLst>
            </a:pPr>
            <a:r>
              <a:rPr dirty="0" sz="1850" spc="-180" b="1">
                <a:latin typeface="Tahoma"/>
                <a:cs typeface="Tahoma"/>
              </a:rPr>
              <a:t>Expedition</a:t>
            </a:r>
            <a:r>
              <a:rPr dirty="0" sz="1850" spc="-65" b="1">
                <a:latin typeface="Tahoma"/>
                <a:cs typeface="Tahoma"/>
              </a:rPr>
              <a:t> </a:t>
            </a:r>
            <a:r>
              <a:rPr dirty="0" sz="1850" spc="-110" b="1">
                <a:latin typeface="Tahoma"/>
                <a:cs typeface="Tahoma"/>
              </a:rPr>
              <a:t>documentaries</a:t>
            </a:r>
            <a:endParaRPr sz="1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35"/>
              </a:spcBef>
              <a:buFont typeface="Arial MT"/>
              <a:buChar char="•"/>
            </a:pP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50" spc="-190" b="1">
                <a:latin typeface="Tahoma"/>
                <a:cs typeface="Tahoma"/>
              </a:rPr>
              <a:t>Brand</a:t>
            </a:r>
            <a:r>
              <a:rPr dirty="0" sz="1850" spc="-110" b="1">
                <a:latin typeface="Tahoma"/>
                <a:cs typeface="Tahoma"/>
              </a:rPr>
              <a:t> </a:t>
            </a:r>
            <a:r>
              <a:rPr dirty="0" sz="1850" spc="-100" b="1">
                <a:latin typeface="Tahoma"/>
                <a:cs typeface="Tahoma"/>
              </a:rPr>
              <a:t>Promotion</a:t>
            </a:r>
            <a:endParaRPr sz="1850">
              <a:latin typeface="Tahoma"/>
              <a:cs typeface="Tahoma"/>
            </a:endParaRPr>
          </a:p>
          <a:p>
            <a:pPr marL="227965" indent="-215265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227965" algn="l"/>
                <a:tab pos="409575" algn="l"/>
              </a:tabLst>
            </a:pPr>
            <a:r>
              <a:rPr dirty="0" sz="1850" b="1" strike="sngStrike">
                <a:latin typeface="Tahoma"/>
                <a:cs typeface="Tahoma"/>
              </a:rPr>
              <a:t>	</a:t>
            </a:r>
            <a:r>
              <a:rPr dirty="0" sz="1850" spc="-190" b="1" strike="sngStrike">
                <a:latin typeface="Tahoma"/>
                <a:cs typeface="Tahoma"/>
              </a:rPr>
              <a:t>Sponsor</a:t>
            </a:r>
            <a:r>
              <a:rPr dirty="0" sz="1850" spc="-55" b="1" strike="sngStrike">
                <a:latin typeface="Tahoma"/>
                <a:cs typeface="Tahoma"/>
              </a:rPr>
              <a:t> </a:t>
            </a:r>
            <a:r>
              <a:rPr dirty="0" sz="1850" spc="-220" b="1" strike="sngStrike">
                <a:latin typeface="Tahoma"/>
                <a:cs typeface="Tahoma"/>
              </a:rPr>
              <a:t>mentions</a:t>
            </a:r>
            <a:r>
              <a:rPr dirty="0" sz="1850" spc="-40" b="1" strike="sngStrike">
                <a:latin typeface="Tahoma"/>
                <a:cs typeface="Tahoma"/>
              </a:rPr>
              <a:t> </a:t>
            </a:r>
            <a:r>
              <a:rPr dirty="0" sz="1850" spc="-170" b="1" strike="sngStrike">
                <a:latin typeface="Tahoma"/>
                <a:cs typeface="Tahoma"/>
              </a:rPr>
              <a:t>in</a:t>
            </a:r>
            <a:r>
              <a:rPr dirty="0" sz="1850" spc="-75" b="1" strike="sngStrike">
                <a:latin typeface="Tahoma"/>
                <a:cs typeface="Tahoma"/>
              </a:rPr>
              <a:t> </a:t>
            </a:r>
            <a:r>
              <a:rPr dirty="0" sz="1850" spc="-180" b="1" strike="sngStrike">
                <a:latin typeface="Tahoma"/>
                <a:cs typeface="Tahoma"/>
              </a:rPr>
              <a:t>posts</a:t>
            </a:r>
            <a:r>
              <a:rPr dirty="0" sz="1850" spc="-120" b="1" strike="noStrike">
                <a:latin typeface="Tahoma"/>
                <a:cs typeface="Tahoma"/>
              </a:rPr>
              <a:t> </a:t>
            </a:r>
            <a:r>
              <a:rPr dirty="0" sz="1850" spc="-204" b="1" strike="noStrike">
                <a:latin typeface="Tahoma"/>
                <a:cs typeface="Tahoma"/>
              </a:rPr>
              <a:t>and</a:t>
            </a:r>
            <a:r>
              <a:rPr dirty="0" sz="1850" spc="-75" b="1" strike="noStrike">
                <a:latin typeface="Tahoma"/>
                <a:cs typeface="Tahoma"/>
              </a:rPr>
              <a:t> </a:t>
            </a:r>
            <a:r>
              <a:rPr dirty="0" sz="1850" spc="-10" b="1" strike="noStrike">
                <a:latin typeface="Tahoma"/>
                <a:cs typeface="Tahoma"/>
              </a:rPr>
              <a:t>videos</a:t>
            </a: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80" b="1">
                <a:latin typeface="Tahoma"/>
                <a:cs typeface="Tahoma"/>
              </a:rPr>
              <a:t>Sponsor</a:t>
            </a:r>
            <a:r>
              <a:rPr dirty="0" sz="1850" spc="-85" b="1">
                <a:latin typeface="Tahoma"/>
                <a:cs typeface="Tahoma"/>
              </a:rPr>
              <a:t> </a:t>
            </a:r>
            <a:r>
              <a:rPr dirty="0" sz="1850" spc="-190" b="1">
                <a:latin typeface="Tahoma"/>
                <a:cs typeface="Tahoma"/>
              </a:rPr>
              <a:t>tags</a:t>
            </a:r>
            <a:r>
              <a:rPr dirty="0" sz="1850" spc="-140" b="1">
                <a:latin typeface="Tahoma"/>
                <a:cs typeface="Tahoma"/>
              </a:rPr>
              <a:t> </a:t>
            </a:r>
            <a:r>
              <a:rPr dirty="0" sz="1850" spc="-200" b="1">
                <a:latin typeface="Tahoma"/>
                <a:cs typeface="Tahoma"/>
              </a:rPr>
              <a:t>and</a:t>
            </a:r>
            <a:r>
              <a:rPr dirty="0" sz="1850" spc="-100" b="1">
                <a:latin typeface="Tahoma"/>
                <a:cs typeface="Tahoma"/>
              </a:rPr>
              <a:t> </a:t>
            </a:r>
            <a:r>
              <a:rPr dirty="0" sz="1850" spc="-80" b="1">
                <a:latin typeface="Tahoma"/>
                <a:cs typeface="Tahoma"/>
              </a:rPr>
              <a:t>collaborations</a:t>
            </a:r>
            <a:endParaRPr sz="1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1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50" spc="-180" b="1">
                <a:latin typeface="Tahoma"/>
                <a:cs typeface="Tahoma"/>
              </a:rPr>
              <a:t>Expedition</a:t>
            </a:r>
            <a:r>
              <a:rPr dirty="0" sz="1850" spc="-70" b="1">
                <a:latin typeface="Tahoma"/>
                <a:cs typeface="Tahoma"/>
              </a:rPr>
              <a:t> </a:t>
            </a:r>
            <a:r>
              <a:rPr dirty="0" sz="1850" spc="-200" b="1">
                <a:latin typeface="Tahoma"/>
                <a:cs typeface="Tahoma"/>
              </a:rPr>
              <a:t>banners</a:t>
            </a:r>
            <a:r>
              <a:rPr dirty="0" sz="1850" spc="-40" b="1">
                <a:latin typeface="Tahoma"/>
                <a:cs typeface="Tahoma"/>
              </a:rPr>
              <a:t> </a:t>
            </a:r>
            <a:r>
              <a:rPr dirty="0" sz="1850" spc="-220" b="1">
                <a:latin typeface="Tahoma"/>
                <a:cs typeface="Tahoma"/>
              </a:rPr>
              <a:t>and</a:t>
            </a:r>
            <a:r>
              <a:rPr dirty="0" sz="1850" spc="-65" b="1">
                <a:latin typeface="Tahoma"/>
                <a:cs typeface="Tahoma"/>
              </a:rPr>
              <a:t> </a:t>
            </a:r>
            <a:r>
              <a:rPr dirty="0" sz="1850" spc="-160" b="1">
                <a:latin typeface="Tahoma"/>
                <a:cs typeface="Tahoma"/>
              </a:rPr>
              <a:t>press</a:t>
            </a:r>
            <a:r>
              <a:rPr dirty="0" sz="1850" spc="-114" b="1">
                <a:latin typeface="Tahoma"/>
                <a:cs typeface="Tahoma"/>
              </a:rPr>
              <a:t> </a:t>
            </a:r>
            <a:r>
              <a:rPr dirty="0" sz="1850" spc="-10" b="1">
                <a:latin typeface="Tahoma"/>
                <a:cs typeface="Tahoma"/>
              </a:rPr>
              <a:t>releases</a:t>
            </a:r>
            <a:endParaRPr sz="1850">
              <a:latin typeface="Tahoma"/>
              <a:cs typeface="Tahoma"/>
            </a:endParaRPr>
          </a:p>
          <a:p>
            <a:pPr marL="409575" indent="-396875">
              <a:lnSpc>
                <a:spcPct val="100000"/>
              </a:lnSpc>
              <a:spcBef>
                <a:spcPts val="85"/>
              </a:spcBef>
              <a:buFont typeface="Arial MT"/>
              <a:buChar char="•"/>
              <a:tabLst>
                <a:tab pos="409575" algn="l"/>
              </a:tabLst>
            </a:pPr>
            <a:r>
              <a:rPr dirty="0" sz="1850" spc="-185" b="1">
                <a:latin typeface="Tahoma"/>
                <a:cs typeface="Tahoma"/>
              </a:rPr>
              <a:t>Branding</a:t>
            </a:r>
            <a:r>
              <a:rPr dirty="0" sz="1850" spc="-80" b="1">
                <a:latin typeface="Tahoma"/>
                <a:cs typeface="Tahoma"/>
              </a:rPr>
              <a:t> </a:t>
            </a:r>
            <a:r>
              <a:rPr dirty="0" sz="1850" spc="-195" b="1">
                <a:latin typeface="Tahoma"/>
                <a:cs typeface="Tahoma"/>
              </a:rPr>
              <a:t>during</a:t>
            </a:r>
            <a:r>
              <a:rPr dirty="0" sz="1850" spc="-80" b="1">
                <a:latin typeface="Tahoma"/>
                <a:cs typeface="Tahoma"/>
              </a:rPr>
              <a:t> </a:t>
            </a:r>
            <a:r>
              <a:rPr dirty="0" sz="1850" spc="-240" b="1">
                <a:latin typeface="Tahoma"/>
                <a:cs typeface="Tahoma"/>
              </a:rPr>
              <a:t>the</a:t>
            </a:r>
            <a:r>
              <a:rPr dirty="0" sz="1850" spc="-10" b="1">
                <a:latin typeface="Tahoma"/>
                <a:cs typeface="Tahoma"/>
              </a:rPr>
              <a:t> </a:t>
            </a:r>
            <a:r>
              <a:rPr dirty="0" sz="1850" spc="-155" b="1">
                <a:latin typeface="Tahoma"/>
                <a:cs typeface="Tahoma"/>
              </a:rPr>
              <a:t>world’s</a:t>
            </a:r>
            <a:r>
              <a:rPr dirty="0" sz="1850" spc="-125" b="1">
                <a:latin typeface="Tahoma"/>
                <a:cs typeface="Tahoma"/>
              </a:rPr>
              <a:t> </a:t>
            </a:r>
            <a:r>
              <a:rPr dirty="0" sz="1850" spc="-185" b="1">
                <a:latin typeface="Tahoma"/>
                <a:cs typeface="Tahoma"/>
              </a:rPr>
              <a:t>highest</a:t>
            </a:r>
            <a:r>
              <a:rPr dirty="0" sz="1850" spc="-95" b="1">
                <a:latin typeface="Tahoma"/>
                <a:cs typeface="Tahoma"/>
              </a:rPr>
              <a:t> </a:t>
            </a:r>
            <a:r>
              <a:rPr dirty="0" sz="1850" spc="-10" b="1">
                <a:latin typeface="Tahoma"/>
                <a:cs typeface="Tahoma"/>
              </a:rPr>
              <a:t>ultra</a:t>
            </a:r>
            <a:endParaRPr sz="185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160"/>
              </a:spcBef>
            </a:pPr>
            <a:r>
              <a:rPr dirty="0" sz="1850" spc="-235" b="1">
                <a:latin typeface="Tahoma"/>
                <a:cs typeface="Tahoma"/>
              </a:rPr>
              <a:t>marathon</a:t>
            </a:r>
            <a:r>
              <a:rPr dirty="0" sz="1850" spc="-75" b="1">
                <a:latin typeface="Tahoma"/>
                <a:cs typeface="Tahoma"/>
              </a:rPr>
              <a:t> </a:t>
            </a:r>
            <a:r>
              <a:rPr dirty="0" sz="1850" spc="-100" b="1">
                <a:latin typeface="Tahoma"/>
                <a:cs typeface="Tahoma"/>
              </a:rPr>
              <a:t>attempt</a:t>
            </a:r>
            <a:endParaRPr sz="1850">
              <a:latin typeface="Tahoma"/>
              <a:cs typeface="Tahoma"/>
            </a:endParaRPr>
          </a:p>
          <a:p>
            <a:pPr marL="355600" marR="568325" indent="-343535">
              <a:lnSpc>
                <a:spcPts val="2380"/>
              </a:lnSpc>
              <a:spcBef>
                <a:spcPts val="30"/>
              </a:spcBef>
              <a:buChar char="•"/>
              <a:tabLst>
                <a:tab pos="355600" algn="l"/>
                <a:tab pos="409575" algn="l"/>
              </a:tabLst>
            </a:pPr>
            <a:r>
              <a:rPr dirty="0" sz="1850">
                <a:latin typeface="Arial MT"/>
                <a:cs typeface="Arial MT"/>
              </a:rPr>
              <a:t>	</a:t>
            </a:r>
            <a:r>
              <a:rPr dirty="0" sz="1850" spc="-180" b="1">
                <a:latin typeface="Tahoma"/>
                <a:cs typeface="Tahoma"/>
              </a:rPr>
              <a:t>Recognition</a:t>
            </a:r>
            <a:r>
              <a:rPr dirty="0" sz="1850" spc="-80" b="1">
                <a:latin typeface="Tahoma"/>
                <a:cs typeface="Tahoma"/>
              </a:rPr>
              <a:t> </a:t>
            </a:r>
            <a:r>
              <a:rPr dirty="0" sz="1850" spc="-155" b="1">
                <a:latin typeface="Tahoma"/>
                <a:cs typeface="Tahoma"/>
              </a:rPr>
              <a:t>associated</a:t>
            </a:r>
            <a:r>
              <a:rPr dirty="0" sz="1850" spc="-80" b="1">
                <a:latin typeface="Tahoma"/>
                <a:cs typeface="Tahoma"/>
              </a:rPr>
              <a:t> </a:t>
            </a:r>
            <a:r>
              <a:rPr dirty="0" sz="1850" spc="-185" b="1">
                <a:latin typeface="Tahoma"/>
                <a:cs typeface="Tahoma"/>
              </a:rPr>
              <a:t>with</a:t>
            </a:r>
            <a:r>
              <a:rPr dirty="0" sz="1850" spc="-80" b="1">
                <a:latin typeface="Tahoma"/>
                <a:cs typeface="Tahoma"/>
              </a:rPr>
              <a:t> </a:t>
            </a:r>
            <a:r>
              <a:rPr dirty="0" sz="1850" spc="-185" b="1">
                <a:latin typeface="Tahoma"/>
                <a:cs typeface="Tahoma"/>
              </a:rPr>
              <a:t>a</a:t>
            </a:r>
            <a:r>
              <a:rPr dirty="0" sz="1850" spc="-75" b="1">
                <a:latin typeface="Tahoma"/>
                <a:cs typeface="Tahoma"/>
              </a:rPr>
              <a:t> </a:t>
            </a:r>
            <a:r>
              <a:rPr dirty="0" sz="1850" spc="-114" b="1">
                <a:latin typeface="Tahoma"/>
                <a:cs typeface="Tahoma"/>
              </a:rPr>
              <a:t>historic </a:t>
            </a:r>
            <a:r>
              <a:rPr dirty="0" sz="1850" spc="-110" b="1">
                <a:latin typeface="Tahoma"/>
                <a:cs typeface="Tahoma"/>
              </a:rPr>
              <a:t>achievement.</a:t>
            </a:r>
            <a:endParaRPr sz="1850">
              <a:latin typeface="Tahoma"/>
              <a:cs typeface="Tahom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8735" y="0"/>
            <a:ext cx="4169664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5013" rIns="0" bIns="0" rtlCol="0" vert="horz">
            <a:spAutoFit/>
          </a:bodyPr>
          <a:lstStyle/>
          <a:p>
            <a:pPr marL="791210">
              <a:lnSpc>
                <a:spcPct val="100000"/>
              </a:lnSpc>
              <a:spcBef>
                <a:spcPts val="125"/>
              </a:spcBef>
            </a:pPr>
            <a:r>
              <a:rPr dirty="0" sz="2350" spc="165"/>
              <a:t>WHY</a:t>
            </a:r>
            <a:r>
              <a:rPr dirty="0" sz="2350" spc="130"/>
              <a:t> </a:t>
            </a:r>
            <a:r>
              <a:rPr dirty="0" sz="2350"/>
              <a:t>SUPPORT</a:t>
            </a:r>
            <a:r>
              <a:rPr dirty="0" sz="2350" spc="165"/>
              <a:t> </a:t>
            </a:r>
            <a:r>
              <a:rPr dirty="0" sz="2350" spc="-25"/>
              <a:t>US</a:t>
            </a:r>
            <a:endParaRPr sz="2350"/>
          </a:p>
        </p:txBody>
      </p:sp>
      <p:sp>
        <p:nvSpPr>
          <p:cNvPr id="4" name="object 4" descr=""/>
          <p:cNvSpPr txBox="1"/>
          <p:nvPr/>
        </p:nvSpPr>
        <p:spPr>
          <a:xfrm>
            <a:off x="437565" y="1256474"/>
            <a:ext cx="5073650" cy="19926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30" b="1">
                <a:latin typeface="Tahoma"/>
                <a:cs typeface="Tahoma"/>
              </a:rPr>
              <a:t>By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50" b="1">
                <a:latin typeface="Tahoma"/>
                <a:cs typeface="Tahoma"/>
              </a:rPr>
              <a:t>supporting</a:t>
            </a:r>
            <a:r>
              <a:rPr dirty="0" sz="1350" spc="-45" b="1">
                <a:latin typeface="Tahoma"/>
                <a:cs typeface="Tahoma"/>
              </a:rPr>
              <a:t> </a:t>
            </a:r>
            <a:r>
              <a:rPr dirty="0" sz="1350" spc="-120" b="1">
                <a:latin typeface="Tahoma"/>
                <a:cs typeface="Tahoma"/>
              </a:rPr>
              <a:t>this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25" b="1">
                <a:latin typeface="Tahoma"/>
                <a:cs typeface="Tahoma"/>
              </a:rPr>
              <a:t>expedition,</a:t>
            </a:r>
            <a:r>
              <a:rPr dirty="0" sz="1350" spc="-20" b="1">
                <a:latin typeface="Tahoma"/>
                <a:cs typeface="Tahoma"/>
              </a:rPr>
              <a:t> </a:t>
            </a:r>
            <a:r>
              <a:rPr dirty="0" sz="1350" spc="-165" b="1">
                <a:latin typeface="Tahoma"/>
                <a:cs typeface="Tahoma"/>
              </a:rPr>
              <a:t>your</a:t>
            </a:r>
            <a:r>
              <a:rPr dirty="0" sz="1350" spc="-30" b="1">
                <a:latin typeface="Tahoma"/>
                <a:cs typeface="Tahoma"/>
              </a:rPr>
              <a:t> </a:t>
            </a:r>
            <a:r>
              <a:rPr dirty="0" sz="1350" spc="-165" b="1">
                <a:latin typeface="Tahoma"/>
                <a:cs typeface="Tahoma"/>
              </a:rPr>
              <a:t>company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0" b="1">
                <a:latin typeface="Tahoma"/>
                <a:cs typeface="Tahoma"/>
              </a:rPr>
              <a:t>becomes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50" spc="-155" b="1">
                <a:latin typeface="Tahoma"/>
                <a:cs typeface="Tahoma"/>
              </a:rPr>
              <a:t>part</a:t>
            </a:r>
            <a:r>
              <a:rPr dirty="0" sz="1350" spc="-30" b="1">
                <a:latin typeface="Tahoma"/>
                <a:cs typeface="Tahoma"/>
              </a:rPr>
              <a:t> </a:t>
            </a:r>
            <a:r>
              <a:rPr dirty="0" sz="1350" spc="-25" b="1">
                <a:latin typeface="Tahoma"/>
                <a:cs typeface="Tahoma"/>
              </a:rPr>
              <a:t>of: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buFont typeface="Arial MT"/>
              <a:buChar char="•"/>
              <a:tabLst>
                <a:tab pos="337820" algn="l"/>
              </a:tabLst>
            </a:pPr>
            <a:r>
              <a:rPr dirty="0" sz="1350" spc="-100" b="1">
                <a:latin typeface="Tahoma"/>
                <a:cs typeface="Tahoma"/>
              </a:rPr>
              <a:t>A</a:t>
            </a:r>
            <a:r>
              <a:rPr dirty="0" sz="1350" spc="-50" b="1">
                <a:latin typeface="Tahoma"/>
                <a:cs typeface="Tahoma"/>
              </a:rPr>
              <a:t> </a:t>
            </a:r>
            <a:r>
              <a:rPr dirty="0" sz="1350" spc="-105" b="1">
                <a:latin typeface="Tahoma"/>
                <a:cs typeface="Tahoma"/>
              </a:rPr>
              <a:t>historic</a:t>
            </a:r>
            <a:r>
              <a:rPr dirty="0" sz="1350" spc="-35" b="1">
                <a:latin typeface="Tahoma"/>
                <a:cs typeface="Tahoma"/>
              </a:rPr>
              <a:t> </a:t>
            </a:r>
            <a:r>
              <a:rPr dirty="0" sz="1350" spc="-140" b="1">
                <a:latin typeface="Tahoma"/>
                <a:cs typeface="Tahoma"/>
              </a:rPr>
              <a:t>endurance</a:t>
            </a:r>
            <a:r>
              <a:rPr dirty="0" sz="1350" spc="-35" b="1">
                <a:latin typeface="Tahoma"/>
                <a:cs typeface="Tahoma"/>
              </a:rPr>
              <a:t> </a:t>
            </a:r>
            <a:r>
              <a:rPr dirty="0" sz="1350" spc="-10" b="1">
                <a:latin typeface="Tahoma"/>
                <a:cs typeface="Tahoma"/>
              </a:rPr>
              <a:t>mission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14" b="1">
                <a:latin typeface="Tahoma"/>
                <a:cs typeface="Tahoma"/>
              </a:rPr>
              <a:t>Positive</a:t>
            </a:r>
            <a:r>
              <a:rPr dirty="0" sz="1350" spc="-50" b="1">
                <a:latin typeface="Tahoma"/>
                <a:cs typeface="Tahoma"/>
              </a:rPr>
              <a:t> </a:t>
            </a:r>
            <a:r>
              <a:rPr dirty="0" sz="1350" spc="-165" b="1">
                <a:latin typeface="Tahoma"/>
                <a:cs typeface="Tahoma"/>
              </a:rPr>
              <a:t>youth</a:t>
            </a:r>
            <a:r>
              <a:rPr dirty="0" sz="1350" spc="-45" b="1">
                <a:latin typeface="Tahoma"/>
                <a:cs typeface="Tahoma"/>
              </a:rPr>
              <a:t> </a:t>
            </a:r>
            <a:r>
              <a:rPr dirty="0" sz="1350" spc="-10" b="1">
                <a:latin typeface="Tahoma"/>
                <a:cs typeface="Tahoma"/>
              </a:rPr>
              <a:t>impact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75" b="1">
                <a:latin typeface="Tahoma"/>
                <a:cs typeface="Tahoma"/>
              </a:rPr>
              <a:t>Women</a:t>
            </a:r>
            <a:r>
              <a:rPr dirty="0" sz="1350" spc="-55" b="1">
                <a:latin typeface="Tahoma"/>
                <a:cs typeface="Tahoma"/>
              </a:rPr>
              <a:t> </a:t>
            </a:r>
            <a:r>
              <a:rPr dirty="0" sz="1350" spc="-170" b="1">
                <a:latin typeface="Tahoma"/>
                <a:cs typeface="Tahoma"/>
              </a:rPr>
              <a:t>empowerment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55" b="1">
                <a:latin typeface="Tahoma"/>
                <a:cs typeface="Tahoma"/>
              </a:rPr>
              <a:t>movement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00" b="1">
                <a:latin typeface="Tahoma"/>
                <a:cs typeface="Tahoma"/>
              </a:rPr>
              <a:t>A</a:t>
            </a:r>
            <a:r>
              <a:rPr dirty="0" sz="1350" spc="-35" b="1">
                <a:latin typeface="Tahoma"/>
                <a:cs typeface="Tahoma"/>
              </a:rPr>
              <a:t> </a:t>
            </a:r>
            <a:r>
              <a:rPr dirty="0" sz="1350" spc="-125" b="1">
                <a:latin typeface="Tahoma"/>
                <a:cs typeface="Tahoma"/>
              </a:rPr>
              <a:t>national</a:t>
            </a:r>
            <a:r>
              <a:rPr dirty="0" sz="1350" spc="-85" b="1">
                <a:latin typeface="Tahoma"/>
                <a:cs typeface="Tahoma"/>
              </a:rPr>
              <a:t> </a:t>
            </a:r>
            <a:r>
              <a:rPr dirty="0" sz="1350" spc="-120" b="1">
                <a:latin typeface="Tahoma"/>
                <a:cs typeface="Tahoma"/>
              </a:rPr>
              <a:t>inspiration</a:t>
            </a:r>
            <a:r>
              <a:rPr dirty="0" sz="1350" spc="-15" b="1">
                <a:latin typeface="Tahoma"/>
                <a:cs typeface="Tahoma"/>
              </a:rPr>
              <a:t> </a:t>
            </a:r>
            <a:r>
              <a:rPr dirty="0" sz="1350" spc="-20" b="1">
                <a:latin typeface="Tahoma"/>
                <a:cs typeface="Tahoma"/>
              </a:rPr>
              <a:t>story</a:t>
            </a:r>
            <a:endParaRPr sz="1350">
              <a:latin typeface="Tahoma"/>
              <a:cs typeface="Tahoma"/>
            </a:endParaRPr>
          </a:p>
          <a:p>
            <a:pPr marL="337820" indent="-32512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37820" algn="l"/>
              </a:tabLst>
            </a:pPr>
            <a:r>
              <a:rPr dirty="0" sz="1350" spc="-150" b="1">
                <a:latin typeface="Tahoma"/>
                <a:cs typeface="Tahoma"/>
              </a:rPr>
              <a:t>Adventure</a:t>
            </a:r>
            <a:r>
              <a:rPr dirty="0" sz="1350" spc="-45" b="1">
                <a:latin typeface="Tahoma"/>
                <a:cs typeface="Tahoma"/>
              </a:rPr>
              <a:t> </a:t>
            </a:r>
            <a:r>
              <a:rPr dirty="0" sz="1350" spc="-150" b="1">
                <a:latin typeface="Tahoma"/>
                <a:cs typeface="Tahoma"/>
              </a:rPr>
              <a:t>and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20" b="1">
                <a:latin typeface="Tahoma"/>
                <a:cs typeface="Tahoma"/>
              </a:rPr>
              <a:t>fitness</a:t>
            </a:r>
            <a:r>
              <a:rPr dirty="0" sz="1350" spc="-35" b="1">
                <a:latin typeface="Tahoma"/>
                <a:cs typeface="Tahoma"/>
              </a:rPr>
              <a:t> </a:t>
            </a:r>
            <a:r>
              <a:rPr dirty="0" sz="1350" spc="-155" b="1">
                <a:latin typeface="Tahoma"/>
                <a:cs typeface="Tahoma"/>
              </a:rPr>
              <a:t>promotionTogether,</a:t>
            </a:r>
            <a:r>
              <a:rPr dirty="0" sz="1350" spc="-20" b="1">
                <a:latin typeface="Tahoma"/>
                <a:cs typeface="Tahoma"/>
              </a:rPr>
              <a:t> </a:t>
            </a:r>
            <a:r>
              <a:rPr dirty="0" sz="1350" spc="-155" b="1">
                <a:latin typeface="Tahoma"/>
                <a:cs typeface="Tahoma"/>
              </a:rPr>
              <a:t>We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35" b="1">
                <a:latin typeface="Tahoma"/>
                <a:cs typeface="Tahoma"/>
              </a:rPr>
              <a:t>Can</a:t>
            </a:r>
            <a:r>
              <a:rPr dirty="0" sz="1350" spc="-40" b="1">
                <a:latin typeface="Tahoma"/>
                <a:cs typeface="Tahoma"/>
              </a:rPr>
              <a:t> </a:t>
            </a:r>
            <a:r>
              <a:rPr dirty="0" sz="1350" spc="-135" b="1">
                <a:latin typeface="Tahoma"/>
                <a:cs typeface="Tahoma"/>
              </a:rPr>
              <a:t>Create</a:t>
            </a:r>
            <a:r>
              <a:rPr dirty="0" sz="1350" spc="-45" b="1">
                <a:latin typeface="Tahoma"/>
                <a:cs typeface="Tahoma"/>
              </a:rPr>
              <a:t> </a:t>
            </a:r>
            <a:r>
              <a:rPr dirty="0" sz="1350" spc="-85" b="1">
                <a:latin typeface="Tahoma"/>
                <a:cs typeface="Tahoma"/>
              </a:rPr>
              <a:t>History.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7567" y="-1"/>
            <a:ext cx="4370832" cy="7754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7631" rIns="0" bIns="0" rtlCol="0" vert="horz">
            <a:spAutoFit/>
          </a:bodyPr>
          <a:lstStyle/>
          <a:p>
            <a:pPr marL="425450">
              <a:lnSpc>
                <a:spcPct val="100000"/>
              </a:lnSpc>
              <a:spcBef>
                <a:spcPts val="135"/>
              </a:spcBef>
            </a:pPr>
            <a:r>
              <a:rPr dirty="0"/>
              <a:t>SUPPORT</a:t>
            </a:r>
            <a:r>
              <a:rPr dirty="0" spc="265"/>
              <a:t> </a:t>
            </a:r>
            <a:r>
              <a:rPr dirty="0" spc="-10"/>
              <a:t>REQUIRED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225679" y="1218247"/>
            <a:ext cx="5206365" cy="43084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469900" algn="l"/>
              </a:tabLst>
            </a:pPr>
            <a:r>
              <a:rPr dirty="0" sz="2100" spc="-75" b="1">
                <a:latin typeface="Tahoma"/>
                <a:cs typeface="Tahoma"/>
              </a:rPr>
              <a:t>Logistics</a:t>
            </a:r>
            <a:endParaRPr sz="2100">
              <a:latin typeface="Tahoma"/>
              <a:cs typeface="Tahoma"/>
            </a:endParaRPr>
          </a:p>
          <a:p>
            <a:pPr marL="528955" indent="-516255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528955" algn="l"/>
              </a:tabLst>
            </a:pPr>
            <a:r>
              <a:rPr dirty="0" sz="2100" spc="-175" b="1">
                <a:latin typeface="Tahoma"/>
                <a:cs typeface="Tahoma"/>
              </a:rPr>
              <a:t>Transportation</a:t>
            </a:r>
            <a:endParaRPr sz="2100">
              <a:latin typeface="Tahoma"/>
              <a:cs typeface="Tahoma"/>
            </a:endParaRPr>
          </a:p>
          <a:p>
            <a:pPr marL="528955" indent="-516255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528955" algn="l"/>
              </a:tabLst>
            </a:pPr>
            <a:r>
              <a:rPr dirty="0" sz="2100" spc="-120" b="1">
                <a:latin typeface="Tahoma"/>
                <a:cs typeface="Tahoma"/>
              </a:rPr>
              <a:t>Nutrition</a:t>
            </a:r>
            <a:endParaRPr sz="2100">
              <a:latin typeface="Tahoma"/>
              <a:cs typeface="Tahoma"/>
            </a:endParaRPr>
          </a:p>
          <a:p>
            <a:pPr marL="528955" indent="-516255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528955" algn="l"/>
              </a:tabLst>
            </a:pPr>
            <a:r>
              <a:rPr dirty="0" sz="2100" spc="-280" b="1">
                <a:latin typeface="Tahoma"/>
                <a:cs typeface="Tahoma"/>
              </a:rPr>
              <a:t>Running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275" b="1">
                <a:latin typeface="Tahoma"/>
                <a:cs typeface="Tahoma"/>
              </a:rPr>
              <a:t>gear</a:t>
            </a:r>
            <a:endParaRPr sz="2100">
              <a:latin typeface="Tahoma"/>
              <a:cs typeface="Tahoma"/>
            </a:endParaRPr>
          </a:p>
          <a:p>
            <a:pPr marL="528955" indent="-516255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528955" algn="l"/>
              </a:tabLst>
            </a:pPr>
            <a:r>
              <a:rPr dirty="0" sz="2100" spc="-155" b="1">
                <a:latin typeface="Tahoma"/>
                <a:cs typeface="Tahoma"/>
              </a:rPr>
              <a:t>Medical</a:t>
            </a:r>
            <a:r>
              <a:rPr dirty="0" sz="2100" spc="-150" b="1">
                <a:latin typeface="Tahoma"/>
                <a:cs typeface="Tahoma"/>
              </a:rPr>
              <a:t> </a:t>
            </a:r>
            <a:r>
              <a:rPr dirty="0" sz="2100" spc="-270" b="1">
                <a:latin typeface="Tahoma"/>
                <a:cs typeface="Tahoma"/>
              </a:rPr>
              <a:t>support</a:t>
            </a:r>
            <a:endParaRPr sz="21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469900" algn="l"/>
              </a:tabLst>
            </a:pPr>
            <a:r>
              <a:rPr dirty="0" sz="2100" spc="-270" b="1">
                <a:latin typeface="Tahoma"/>
                <a:cs typeface="Tahoma"/>
              </a:rPr>
              <a:t>Camera</a:t>
            </a:r>
            <a:r>
              <a:rPr dirty="0" sz="2100" spc="-145" b="1">
                <a:latin typeface="Tahoma"/>
                <a:cs typeface="Tahoma"/>
              </a:rPr>
              <a:t> </a:t>
            </a:r>
            <a:r>
              <a:rPr dirty="0" sz="2100" spc="-254" b="1">
                <a:latin typeface="Tahoma"/>
                <a:cs typeface="Tahoma"/>
              </a:rPr>
              <a:t>&amp;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260" b="1">
                <a:latin typeface="Tahoma"/>
                <a:cs typeface="Tahoma"/>
              </a:rPr>
              <a:t>media</a:t>
            </a:r>
            <a:r>
              <a:rPr dirty="0" sz="2100" spc="-145" b="1">
                <a:latin typeface="Tahoma"/>
                <a:cs typeface="Tahoma"/>
              </a:rPr>
              <a:t> </a:t>
            </a:r>
            <a:r>
              <a:rPr dirty="0" sz="2100" spc="-90" b="1">
                <a:latin typeface="Tahoma"/>
                <a:cs typeface="Tahoma"/>
              </a:rPr>
              <a:t>coverage</a:t>
            </a:r>
            <a:endParaRPr sz="21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469900" algn="l"/>
              </a:tabLst>
            </a:pPr>
            <a:r>
              <a:rPr dirty="0" sz="2100" spc="-245" b="1">
                <a:latin typeface="Tahoma"/>
                <a:cs typeface="Tahoma"/>
              </a:rPr>
              <a:t>High-</a:t>
            </a:r>
            <a:r>
              <a:rPr dirty="0" sz="2100" spc="-225" b="1">
                <a:latin typeface="Tahoma"/>
                <a:cs typeface="Tahoma"/>
              </a:rPr>
              <a:t>altitude</a:t>
            </a:r>
            <a:r>
              <a:rPr dirty="0" sz="2100" spc="-55" b="1">
                <a:latin typeface="Tahoma"/>
                <a:cs typeface="Tahoma"/>
              </a:rPr>
              <a:t> </a:t>
            </a:r>
            <a:r>
              <a:rPr dirty="0" sz="2100" spc="-275" b="1">
                <a:latin typeface="Tahoma"/>
                <a:cs typeface="Tahoma"/>
              </a:rPr>
              <a:t>Equipments</a:t>
            </a:r>
            <a:endParaRPr sz="2100">
              <a:latin typeface="Tahoma"/>
              <a:cs typeface="Tahoma"/>
            </a:endParaRPr>
          </a:p>
          <a:p>
            <a:pPr marL="469900" indent="-457200">
              <a:lnSpc>
                <a:spcPct val="100000"/>
              </a:lnSpc>
              <a:spcBef>
                <a:spcPts val="75"/>
              </a:spcBef>
              <a:buAutoNum type="arabicPeriod"/>
              <a:tabLst>
                <a:tab pos="469900" algn="l"/>
              </a:tabLst>
            </a:pPr>
            <a:r>
              <a:rPr dirty="0" sz="2100" spc="-254" b="1">
                <a:latin typeface="Tahoma"/>
                <a:cs typeface="Tahoma"/>
              </a:rPr>
              <a:t>Accommodation</a:t>
            </a:r>
            <a:r>
              <a:rPr dirty="0" sz="2100" spc="-125" b="1">
                <a:latin typeface="Tahoma"/>
                <a:cs typeface="Tahoma"/>
              </a:rPr>
              <a:t> </a:t>
            </a:r>
            <a:r>
              <a:rPr dirty="0" sz="2100" spc="-280" b="1">
                <a:latin typeface="Tahoma"/>
                <a:cs typeface="Tahoma"/>
              </a:rPr>
              <a:t>and</a:t>
            </a:r>
            <a:r>
              <a:rPr dirty="0" sz="2100" spc="-125" b="1">
                <a:latin typeface="Tahoma"/>
                <a:cs typeface="Tahoma"/>
              </a:rPr>
              <a:t> </a:t>
            </a:r>
            <a:r>
              <a:rPr dirty="0" sz="2100" spc="-240" b="1">
                <a:latin typeface="Tahoma"/>
                <a:cs typeface="Tahoma"/>
              </a:rPr>
              <a:t>backup</a:t>
            </a:r>
            <a:r>
              <a:rPr dirty="0" sz="2100" spc="-120" b="1">
                <a:latin typeface="Tahoma"/>
                <a:cs typeface="Tahoma"/>
              </a:rPr>
              <a:t> </a:t>
            </a:r>
            <a:r>
              <a:rPr dirty="0" sz="2100" spc="-270" b="1">
                <a:latin typeface="Tahoma"/>
                <a:cs typeface="Tahoma"/>
              </a:rPr>
              <a:t>support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2100">
              <a:latin typeface="Tahoma"/>
              <a:cs typeface="Tahoma"/>
            </a:endParaRPr>
          </a:p>
          <a:p>
            <a:pPr marL="12700" marR="5080">
              <a:lnSpc>
                <a:spcPct val="103000"/>
              </a:lnSpc>
            </a:pPr>
            <a:r>
              <a:rPr dirty="0" sz="2100" spc="-254" b="1">
                <a:latin typeface="Tahoma"/>
                <a:cs typeface="Tahoma"/>
              </a:rPr>
              <a:t>With</a:t>
            </a:r>
            <a:r>
              <a:rPr dirty="0" sz="2100" spc="-130" b="1">
                <a:latin typeface="Tahoma"/>
                <a:cs typeface="Tahoma"/>
              </a:rPr>
              <a:t> </a:t>
            </a:r>
            <a:r>
              <a:rPr dirty="0" sz="2100" spc="-275" b="1">
                <a:latin typeface="Tahoma"/>
                <a:cs typeface="Tahoma"/>
              </a:rPr>
              <a:t>your</a:t>
            </a:r>
            <a:r>
              <a:rPr dirty="0" sz="2100" spc="-70" b="1">
                <a:latin typeface="Tahoma"/>
                <a:cs typeface="Tahoma"/>
              </a:rPr>
              <a:t> </a:t>
            </a:r>
            <a:r>
              <a:rPr dirty="0" sz="2100" spc="-254" b="1">
                <a:latin typeface="Tahoma"/>
                <a:cs typeface="Tahoma"/>
              </a:rPr>
              <a:t>support,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204" b="1">
                <a:latin typeface="Tahoma"/>
                <a:cs typeface="Tahoma"/>
              </a:rPr>
              <a:t>this</a:t>
            </a:r>
            <a:r>
              <a:rPr dirty="0" sz="2100" spc="-160" b="1">
                <a:latin typeface="Tahoma"/>
                <a:cs typeface="Tahoma"/>
              </a:rPr>
              <a:t> </a:t>
            </a:r>
            <a:r>
              <a:rPr dirty="0" sz="2100" spc="-215" b="1">
                <a:latin typeface="Tahoma"/>
                <a:cs typeface="Tahoma"/>
              </a:rPr>
              <a:t>mission</a:t>
            </a:r>
            <a:r>
              <a:rPr dirty="0" sz="2100" spc="-135" b="1">
                <a:latin typeface="Tahoma"/>
                <a:cs typeface="Tahoma"/>
              </a:rPr>
              <a:t> </a:t>
            </a:r>
            <a:r>
              <a:rPr dirty="0" sz="2100" spc="-215" b="1">
                <a:latin typeface="Tahoma"/>
                <a:cs typeface="Tahoma"/>
              </a:rPr>
              <a:t>can</a:t>
            </a:r>
            <a:r>
              <a:rPr dirty="0" sz="2100" spc="-125" b="1">
                <a:latin typeface="Tahoma"/>
                <a:cs typeface="Tahoma"/>
              </a:rPr>
              <a:t> </a:t>
            </a:r>
            <a:r>
              <a:rPr dirty="0" sz="2100" spc="-25" b="1">
                <a:latin typeface="Tahoma"/>
                <a:cs typeface="Tahoma"/>
              </a:rPr>
              <a:t>inspire </a:t>
            </a:r>
            <a:r>
              <a:rPr dirty="0" sz="2100" spc="-229" b="1">
                <a:latin typeface="Tahoma"/>
                <a:cs typeface="Tahoma"/>
              </a:rPr>
              <a:t>people</a:t>
            </a:r>
            <a:r>
              <a:rPr dirty="0" sz="2100" spc="-140" b="1">
                <a:latin typeface="Tahoma"/>
                <a:cs typeface="Tahoma"/>
              </a:rPr>
              <a:t> </a:t>
            </a:r>
            <a:r>
              <a:rPr dirty="0" sz="2100" spc="-180" b="1">
                <a:latin typeface="Tahoma"/>
                <a:cs typeface="Tahoma"/>
              </a:rPr>
              <a:t>across</a:t>
            </a:r>
            <a:r>
              <a:rPr dirty="0" sz="2100" spc="-165" b="1">
                <a:latin typeface="Tahoma"/>
                <a:cs typeface="Tahoma"/>
              </a:rPr>
              <a:t> </a:t>
            </a:r>
            <a:r>
              <a:rPr dirty="0" sz="2100" spc="-270" b="1">
                <a:latin typeface="Tahoma"/>
                <a:cs typeface="Tahoma"/>
              </a:rPr>
              <a:t>the</a:t>
            </a:r>
            <a:r>
              <a:rPr dirty="0" sz="2100" spc="-125" b="1">
                <a:latin typeface="Tahoma"/>
                <a:cs typeface="Tahoma"/>
              </a:rPr>
              <a:t> </a:t>
            </a:r>
            <a:r>
              <a:rPr dirty="0" sz="2100" spc="-254" b="1">
                <a:latin typeface="Tahoma"/>
                <a:cs typeface="Tahoma"/>
              </a:rPr>
              <a:t>country</a:t>
            </a:r>
            <a:r>
              <a:rPr dirty="0" sz="2100" spc="-90" b="1">
                <a:latin typeface="Tahoma"/>
                <a:cs typeface="Tahoma"/>
              </a:rPr>
              <a:t> </a:t>
            </a:r>
            <a:r>
              <a:rPr dirty="0" sz="2100" spc="-280" b="1">
                <a:latin typeface="Tahoma"/>
                <a:cs typeface="Tahoma"/>
              </a:rPr>
              <a:t>and</a:t>
            </a:r>
            <a:r>
              <a:rPr dirty="0" sz="2100" spc="-130" b="1">
                <a:latin typeface="Tahoma"/>
                <a:cs typeface="Tahoma"/>
              </a:rPr>
              <a:t> </a:t>
            </a:r>
            <a:r>
              <a:rPr dirty="0" sz="2100" spc="-265" b="1">
                <a:latin typeface="Tahoma"/>
                <a:cs typeface="Tahoma"/>
              </a:rPr>
              <a:t>motivate</a:t>
            </a:r>
            <a:r>
              <a:rPr dirty="0" sz="2100" spc="-140" b="1">
                <a:latin typeface="Tahoma"/>
                <a:cs typeface="Tahoma"/>
              </a:rPr>
              <a:t> </a:t>
            </a:r>
            <a:r>
              <a:rPr dirty="0" sz="2100" spc="-290" b="1">
                <a:latin typeface="Tahoma"/>
                <a:cs typeface="Tahoma"/>
              </a:rPr>
              <a:t>the</a:t>
            </a:r>
            <a:r>
              <a:rPr dirty="0" sz="2100" spc="-130" b="1">
                <a:latin typeface="Tahoma"/>
                <a:cs typeface="Tahoma"/>
              </a:rPr>
              <a:t> </a:t>
            </a:r>
            <a:r>
              <a:rPr dirty="0" sz="2100" spc="-285" b="1">
                <a:latin typeface="Tahoma"/>
                <a:cs typeface="Tahoma"/>
              </a:rPr>
              <a:t>next </a:t>
            </a:r>
            <a:r>
              <a:rPr dirty="0" sz="2100" spc="-245" b="1">
                <a:latin typeface="Tahoma"/>
                <a:cs typeface="Tahoma"/>
              </a:rPr>
              <a:t>generation</a:t>
            </a:r>
            <a:r>
              <a:rPr dirty="0" sz="2100" spc="-120" b="1">
                <a:latin typeface="Tahoma"/>
                <a:cs typeface="Tahoma"/>
              </a:rPr>
              <a:t> </a:t>
            </a:r>
            <a:r>
              <a:rPr dirty="0" sz="2100" spc="-285" b="1">
                <a:latin typeface="Tahoma"/>
                <a:cs typeface="Tahoma"/>
              </a:rPr>
              <a:t>to</a:t>
            </a:r>
            <a:r>
              <a:rPr dirty="0" sz="2100" spc="-125" b="1">
                <a:latin typeface="Tahoma"/>
                <a:cs typeface="Tahoma"/>
              </a:rPr>
              <a:t> </a:t>
            </a:r>
            <a:r>
              <a:rPr dirty="0" sz="2100" spc="-300" b="1">
                <a:latin typeface="Tahoma"/>
                <a:cs typeface="Tahoma"/>
              </a:rPr>
              <a:t>dream</a:t>
            </a:r>
            <a:r>
              <a:rPr dirty="0" sz="2100" spc="-75" b="1">
                <a:latin typeface="Tahoma"/>
                <a:cs typeface="Tahoma"/>
              </a:rPr>
              <a:t> </a:t>
            </a:r>
            <a:r>
              <a:rPr dirty="0" sz="2100" spc="-70" b="1">
                <a:latin typeface="Tahoma"/>
                <a:cs typeface="Tahoma"/>
              </a:rPr>
              <a:t>bigger.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0135" y="-4"/>
            <a:ext cx="4398264" cy="777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8972" y="5646420"/>
            <a:ext cx="2762250" cy="0"/>
          </a:xfrm>
          <a:custGeom>
            <a:avLst/>
            <a:gdLst/>
            <a:ahLst/>
            <a:cxnLst/>
            <a:rect l="l" t="t" r="r" b="b"/>
            <a:pathLst>
              <a:path w="2762250" h="0">
                <a:moveTo>
                  <a:pt x="0" y="0"/>
                </a:moveTo>
                <a:lnTo>
                  <a:pt x="27622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594" y="1056195"/>
            <a:ext cx="1019810" cy="3879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50"/>
              <a:t>TEAM:</a:t>
            </a:r>
            <a:endParaRPr sz="235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5376" y="2990088"/>
            <a:ext cx="763524" cy="64465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759" y="2990088"/>
            <a:ext cx="781812" cy="64465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0311" y="4197096"/>
            <a:ext cx="781812" cy="644651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1600" marR="5080">
              <a:lnSpc>
                <a:spcPct val="112500"/>
              </a:lnSpc>
              <a:spcBef>
                <a:spcPts val="95"/>
              </a:spcBef>
            </a:pPr>
            <a:r>
              <a:rPr dirty="0"/>
              <a:t>SABITA</a:t>
            </a:r>
            <a:r>
              <a:rPr dirty="0" spc="45"/>
              <a:t> </a:t>
            </a:r>
            <a:r>
              <a:rPr dirty="0" spc="114"/>
              <a:t>MAHATO(WORLD</a:t>
            </a:r>
            <a:r>
              <a:rPr dirty="0" spc="15"/>
              <a:t> </a:t>
            </a:r>
            <a:r>
              <a:rPr dirty="0" spc="60"/>
              <a:t>RECORD</a:t>
            </a:r>
            <a:r>
              <a:rPr dirty="0" spc="20"/>
              <a:t> </a:t>
            </a:r>
            <a:r>
              <a:rPr dirty="0" spc="-10"/>
              <a:t>HOLDER) </a:t>
            </a:r>
            <a:r>
              <a:rPr dirty="0" spc="50"/>
              <a:t>PARAM</a:t>
            </a:r>
            <a:r>
              <a:rPr dirty="0" spc="75"/>
              <a:t> </a:t>
            </a:r>
            <a:r>
              <a:rPr dirty="0"/>
              <a:t>AJAY</a:t>
            </a:r>
            <a:r>
              <a:rPr dirty="0" spc="35"/>
              <a:t> </a:t>
            </a:r>
            <a:r>
              <a:rPr dirty="0"/>
              <a:t>VEER</a:t>
            </a:r>
            <a:r>
              <a:rPr dirty="0" spc="45"/>
              <a:t> </a:t>
            </a:r>
            <a:r>
              <a:rPr dirty="0"/>
              <a:t>SINGH</a:t>
            </a:r>
            <a:r>
              <a:rPr dirty="0" spc="35"/>
              <a:t> </a:t>
            </a:r>
            <a:r>
              <a:rPr dirty="0" spc="-10"/>
              <a:t>GILL(RUNNER)</a:t>
            </a:r>
          </a:p>
          <a:p>
            <a:pPr>
              <a:lnSpc>
                <a:spcPct val="100000"/>
              </a:lnSpc>
              <a:spcBef>
                <a:spcPts val="335"/>
              </a:spcBef>
            </a:pPr>
          </a:p>
          <a:p>
            <a:pPr marL="12700" marR="1188720">
              <a:lnSpc>
                <a:spcPct val="112400"/>
              </a:lnSpc>
              <a:tabLst>
                <a:tab pos="2148205" algn="l"/>
              </a:tabLst>
            </a:pPr>
            <a:r>
              <a:rPr dirty="0" spc="95"/>
              <a:t>CONTACT:</a:t>
            </a:r>
            <a:r>
              <a:rPr dirty="0"/>
              <a:t>	</a:t>
            </a:r>
            <a:r>
              <a:rPr dirty="0" spc="-150"/>
              <a:t>7060624324</a:t>
            </a:r>
            <a:r>
              <a:rPr dirty="0" spc="5"/>
              <a:t> </a:t>
            </a:r>
            <a:r>
              <a:rPr dirty="0" spc="-630"/>
              <a:t>/</a:t>
            </a:r>
            <a:r>
              <a:rPr dirty="0" spc="5"/>
              <a:t> </a:t>
            </a:r>
            <a:r>
              <a:rPr dirty="0" spc="-140"/>
              <a:t>8826054010 </a:t>
            </a:r>
            <a:r>
              <a:rPr dirty="0" u="heavy" spc="-1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hlinkClick r:id="rId5"/>
              </a:rPr>
              <a:t>SABITAOFFICIAL224</a:t>
            </a:r>
            <a:r>
              <a:rPr dirty="0" u="heavy" spc="-10">
                <a:solidFill>
                  <a:srgbClr val="467885"/>
                </a:solidFill>
                <a:uFill>
                  <a:solidFill>
                    <a:srgbClr val="467885"/>
                  </a:solidFill>
                </a:uFill>
                <a:hlinkClick r:id="rId5"/>
              </a:rPr>
              <a:t>@GMAIL.COM</a:t>
            </a:r>
          </a:p>
          <a:p>
            <a:pPr>
              <a:lnSpc>
                <a:spcPct val="100000"/>
              </a:lnSpc>
              <a:spcBef>
                <a:spcPts val="690"/>
              </a:spcBef>
            </a:pPr>
          </a:p>
          <a:p>
            <a:pPr marL="513080">
              <a:lnSpc>
                <a:spcPct val="100000"/>
              </a:lnSpc>
              <a:tabLst>
                <a:tab pos="2680335" algn="l"/>
              </a:tabLst>
            </a:pPr>
            <a:r>
              <a:rPr dirty="0" spc="-10"/>
              <a:t>INSTAGRAM:</a:t>
            </a:r>
            <a:r>
              <a:rPr dirty="0"/>
              <a:t>	</a:t>
            </a:r>
            <a:r>
              <a:rPr dirty="0" spc="-10"/>
              <a:t>@SABITATHERIDER</a:t>
            </a:r>
          </a:p>
          <a:p>
            <a:pPr>
              <a:lnSpc>
                <a:spcPct val="100000"/>
              </a:lnSpc>
              <a:spcBef>
                <a:spcPts val="68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110"/>
              <a:t>“RUN</a:t>
            </a:r>
            <a:r>
              <a:rPr dirty="0" spc="35"/>
              <a:t> </a:t>
            </a:r>
            <a:r>
              <a:rPr dirty="0" spc="75"/>
              <a:t>BEYOND</a:t>
            </a:r>
            <a:r>
              <a:rPr dirty="0" spc="40"/>
              <a:t> </a:t>
            </a:r>
            <a:r>
              <a:rPr dirty="0" spc="-10"/>
              <a:t>LIMITS.”</a:t>
            </a:r>
          </a:p>
          <a:p>
            <a:pPr>
              <a:lnSpc>
                <a:spcPct val="100000"/>
              </a:lnSpc>
              <a:spcBef>
                <a:spcPts val="68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195"/>
              <a:t>THANK</a:t>
            </a:r>
            <a:r>
              <a:rPr dirty="0" spc="-5"/>
              <a:t> </a:t>
            </a:r>
            <a:r>
              <a:rPr dirty="0" spc="95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sabitaofficial224@gmail.com</dc:creator>
  <dc:title>Reed Flores</dc:title>
  <dcterms:created xsi:type="dcterms:W3CDTF">2026-05-24T02:51:25Z</dcterms:created>
  <dcterms:modified xsi:type="dcterms:W3CDTF">2026-05-24T02:51:25Z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2026-05-23T00:00:00Z</vt:filetime>
  </property>
  <property fmtid="{D5CDD505-2E9C-101B-9397-08002B2CF9AE}" pid="3" name="LastSaved">
    <vt:filetime>2026-05-24T00:00:00Z</vt:filetime>
  </property>
</Properties>
</file>